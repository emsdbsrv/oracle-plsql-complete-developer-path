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054: Practical Workshop #5 — Robust Error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Hands-on lab combining user-defined codes, system exceptions, translation, and logging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• Design a consistent -20xxx policy and central package</a:t>
            </a:r>
          </a:p>
          <a:p>
            <a:pPr marL="0" indent="0">
              <a:buNone/>
            </a:pPr>
            <a:r>
              <a:rPr sz="2400" dirty="0"/>
              <a:t>• Implement boundary translation and rethrow patterns</a:t>
            </a:r>
          </a:p>
          <a:p>
            <a:pPr marL="0" indent="0">
              <a:buNone/>
            </a:pPr>
            <a:r>
              <a:rPr sz="2400" dirty="0"/>
              <a:t>• Capture FORMAT_ERROR_STACK/BACKTRACE/CALL_STACK</a:t>
            </a:r>
          </a:p>
          <a:p>
            <a:pPr marL="0" indent="0">
              <a:buNone/>
            </a:pPr>
            <a:r>
              <a:rPr sz="2400" dirty="0"/>
              <a:t>• Guard DML with SAVEPOINT/ROLLBACK and idempotent setup</a:t>
            </a:r>
          </a:p>
          <a:p>
            <a:pPr marL="0" indent="0">
              <a:buNone/>
            </a:pPr>
            <a:r>
              <a:rPr sz="2400" dirty="0"/>
              <a:t>• Build an error log and optional autonomous logger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• Inner modules: validate, raise named/system exceptions, never translate</a:t>
            </a:r>
          </a:p>
          <a:p>
            <a:pPr marL="0" indent="0">
              <a:buNone/>
            </a:pPr>
            <a:r>
              <a:rPr sz="2400" dirty="0"/>
              <a:t>• Boundary modules: log stacks, translate to -20xxx, keep messages actionable</a:t>
            </a:r>
          </a:p>
          <a:p>
            <a:pPr marL="0" indent="0">
              <a:buNone/>
            </a:pPr>
            <a:r>
              <a:rPr sz="2400" dirty="0"/>
              <a:t>• Central error package: codes + </a:t>
            </a:r>
            <a:r>
              <a:rPr sz="2400" dirty="0" err="1"/>
              <a:t>fmt</a:t>
            </a:r>
            <a:r>
              <a:rPr sz="2400" dirty="0"/>
              <a:t> + </a:t>
            </a:r>
            <a:r>
              <a:rPr sz="2400" dirty="0" err="1"/>
              <a:t>raise_err</a:t>
            </a:r>
            <a:r>
              <a:rPr sz="2400" dirty="0"/>
              <a:t> wrapper</a:t>
            </a:r>
          </a:p>
          <a:p>
            <a:pPr marL="0" indent="0">
              <a:buNone/>
            </a:pPr>
            <a:r>
              <a:rPr sz="2400" dirty="0"/>
              <a:t>• Optional autonomous logger to persist even on rollback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Specific handlers before OTHERS; keep handlers minimal</a:t>
            </a:r>
          </a:p>
          <a:p>
            <a:pPr marL="0" indent="0">
              <a:buNone/>
            </a:pPr>
            <a:r>
              <a:rPr dirty="0"/>
              <a:t>• Include identifiers in messages; avoid swallowing</a:t>
            </a:r>
          </a:p>
          <a:p>
            <a:pPr marL="0" indent="0">
              <a:buNone/>
            </a:pPr>
            <a:r>
              <a:rPr dirty="0"/>
              <a:t>• Use SAVEPOINT for small units; commit only when safe</a:t>
            </a:r>
          </a:p>
          <a:p>
            <a:pPr marL="0" indent="0">
              <a:buNone/>
            </a:pPr>
            <a:r>
              <a:rPr dirty="0"/>
              <a:t>• Re-raise when you cannot recover; translate at API boundaries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168</Words>
  <Application>Microsoft Office PowerPoint</Application>
  <PresentationFormat>On-screen Show (4:3)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Session 054: Practical Workshop #5 — Robust Error Management</vt:lpstr>
      <vt:lpstr>Objectives</vt:lpstr>
      <vt:lpstr>Architecture Pattern</vt:lpstr>
      <vt:lpstr>Best Practices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2025-11-10T09:47:56Z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2025-11-10T09:47:56Z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a376586b-6682-4227-b333-ff128b8f08e6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