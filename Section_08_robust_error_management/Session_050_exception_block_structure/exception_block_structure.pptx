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050: Exception Block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Robust Error Management in Oracle PL/SQL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PL/SQL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DECLARE (optional): variables, types, exceptions</a:t>
            </a:r>
          </a:p>
          <a:p>
            <a:pPr marL="0" indent="0">
              <a:buNone/>
            </a:pPr>
            <a:r>
              <a:rPr dirty="0"/>
              <a:t>BEGIN: main logic</a:t>
            </a:r>
          </a:p>
          <a:p>
            <a:pPr marL="0" indent="0">
              <a:buNone/>
            </a:pPr>
            <a:r>
              <a:rPr dirty="0"/>
              <a:t>EXCEPTION: handlers (specific first, OTHERS last)</a:t>
            </a:r>
          </a:p>
          <a:p>
            <a:pPr marL="0" indent="0">
              <a:buNone/>
            </a:pPr>
            <a:r>
              <a:rPr dirty="0"/>
              <a:t>END;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Handler Resolution &amp;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Search current block for a matching handler</a:t>
            </a:r>
          </a:p>
          <a:p>
            <a:pPr marL="0" indent="0">
              <a:buNone/>
            </a:pPr>
            <a:r>
              <a:rPr dirty="0"/>
              <a:t>• If none found, propagate to outer blocks</a:t>
            </a:r>
          </a:p>
          <a:p>
            <a:pPr marL="0" indent="0">
              <a:buNone/>
            </a:pPr>
            <a:r>
              <a:rPr dirty="0"/>
              <a:t>• Re-raise to preserve original error and context</a:t>
            </a:r>
          </a:p>
          <a:p>
            <a:pPr marL="0" indent="0">
              <a:buNone/>
            </a:pPr>
            <a:r>
              <a:rPr dirty="0"/>
              <a:t>• Translate with RAISE_APPLICATION_ERROR when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the BEGIN body clean; avoid mixed concerns</a:t>
            </a:r>
          </a:p>
          <a:p>
            <a:pPr marL="0" indent="0">
              <a:buNone/>
            </a:pPr>
            <a:r>
              <a:rPr dirty="0"/>
              <a:t>• Log with SQLCODE/SQLERRM in the last-resort handler</a:t>
            </a:r>
          </a:p>
          <a:p>
            <a:pPr marL="0" indent="0">
              <a:buNone/>
            </a:pPr>
            <a:r>
              <a:rPr dirty="0"/>
              <a:t>• Use nested blocks to localize error handling</a:t>
            </a:r>
          </a:p>
          <a:p>
            <a:pPr marL="0" indent="0">
              <a:buNone/>
            </a:pPr>
            <a:r>
              <a:rPr dirty="0"/>
              <a:t>• Prefer specific handlers; avoid swallowing exceptions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handler templates per module</a:t>
            </a:r>
          </a:p>
          <a:p>
            <a:pPr marL="0" indent="0">
              <a:buNone/>
            </a:pPr>
            <a:r>
              <a:rPr dirty="0"/>
              <a:t>• Suggest when to re-raise vs. translate</a:t>
            </a:r>
          </a:p>
          <a:p>
            <a:pPr marL="0" indent="0">
              <a:buNone/>
            </a:pPr>
            <a:r>
              <a:rPr dirty="0"/>
              <a:t>• Draft unit tests for negative paths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148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050: Exception Block Structure</vt:lpstr>
      <vt:lpstr>Anatomy of a PL/SQL Block</vt:lpstr>
      <vt:lpstr>Handler Resolution &amp; Propagation</vt:lpstr>
      <vt:lpstr>Best Practices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2025-11-09T05:49:06Z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2025-11-09T05:46:42Z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77ab8ecc-b281-43cb-ad63-b41a32061972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