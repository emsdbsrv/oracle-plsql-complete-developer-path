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052: Raising Custom Exceptions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Robust Error Management in Oracle PL/SQL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Declare and raise named exceptions with RAISE</a:t>
            </a:r>
          </a:p>
          <a:p>
            <a:pPr marL="0" indent="0">
              <a:buNone/>
            </a:pPr>
            <a:r>
              <a:rPr dirty="0"/>
              <a:t>• Expose domain codes with RAISE_APPLICATION_ERROR (-20xxx)</a:t>
            </a:r>
          </a:p>
          <a:p>
            <a:pPr marL="0" indent="0">
              <a:buNone/>
            </a:pPr>
            <a:r>
              <a:rPr dirty="0"/>
              <a:t>• Centralize codes and formatting in a package</a:t>
            </a:r>
          </a:p>
          <a:p>
            <a:pPr marL="0" indent="0">
              <a:buNone/>
            </a:pPr>
            <a:r>
              <a:rPr dirty="0"/>
              <a:t>• Escalate inner errors to outer boundaries with logging</a:t>
            </a:r>
          </a:p>
          <a:p>
            <a:pPr marL="0" indent="0">
              <a:buNone/>
            </a:pPr>
            <a:r>
              <a:rPr dirty="0"/>
              <a:t>• Guard writes with SAVEPOINT/ROLLBACK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RAISE vs RAISE_APPLICATION_ERROR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RAISE </a:t>
            </a:r>
            <a:r>
              <a:rPr dirty="0" err="1"/>
              <a:t>ex_name</a:t>
            </a:r>
            <a:r>
              <a:rPr dirty="0"/>
              <a:t>: throw/rethrow named exception (no external code)</a:t>
            </a:r>
          </a:p>
          <a:p>
            <a:pPr marL="0" indent="0">
              <a:buNone/>
            </a:pPr>
            <a:r>
              <a:rPr dirty="0"/>
              <a:t>• RAISE_APPLICATION_ERROR(-20xxx,msg): explicit application code</a:t>
            </a:r>
          </a:p>
          <a:p>
            <a:pPr marL="0" indent="0">
              <a:buNone/>
            </a:pPr>
            <a:r>
              <a:rPr dirty="0"/>
              <a:t>• Strategy: internal named exceptions; boundary translation to -20xxx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Central Error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One package for codes and formatting helpers</a:t>
            </a:r>
          </a:p>
          <a:p>
            <a:pPr marL="0" indent="0">
              <a:buNone/>
            </a:pPr>
            <a:r>
              <a:rPr dirty="0"/>
              <a:t>• Constants for -20xxx codes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fmt</a:t>
            </a:r>
            <a:r>
              <a:rPr dirty="0"/>
              <a:t>('[KEY] message') and </a:t>
            </a:r>
            <a:r>
              <a:rPr dirty="0" err="1"/>
              <a:t>raise_err</a:t>
            </a:r>
            <a:r>
              <a:rPr dirty="0"/>
              <a:t>(</a:t>
            </a:r>
            <a:r>
              <a:rPr dirty="0" err="1"/>
              <a:t>code,msg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Escalation &amp; Translation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Inner block logs and RAISE to preserve original cause</a:t>
            </a:r>
          </a:p>
          <a:p>
            <a:pPr marL="0" indent="0">
              <a:buNone/>
            </a:pPr>
            <a:r>
              <a:rPr dirty="0"/>
              <a:t>• Boundary converts to domain code + formatted message</a:t>
            </a:r>
          </a:p>
          <a:p>
            <a:pPr marL="0" indent="0">
              <a:buNone/>
            </a:pPr>
            <a:r>
              <a:rPr dirty="0"/>
              <a:t>• Do not swallow exceptions; re-raise when you cannot recover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Guarding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Use SAVEPOINT for small units of work</a:t>
            </a:r>
          </a:p>
          <a:p>
            <a:pPr marL="0" indent="0">
              <a:buNone/>
            </a:pPr>
            <a:r>
              <a:rPr dirty="0"/>
              <a:t>• ROLLBACK TO </a:t>
            </a:r>
            <a:r>
              <a:rPr dirty="0" err="1"/>
              <a:t>savepoint</a:t>
            </a:r>
            <a:r>
              <a:rPr dirty="0"/>
              <a:t> on error, then re-raise/translate</a:t>
            </a:r>
          </a:p>
          <a:p>
            <a:pPr marL="0" indent="0">
              <a:buNone/>
            </a:pPr>
            <a:r>
              <a:rPr dirty="0"/>
              <a:t>• Commit only on success paths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203</Words>
  <Application>Microsoft Office PowerPoint</Application>
  <PresentationFormat>On-screen Show (4:3)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Session 052: Raising Custom Exceptions</vt:lpstr>
      <vt:lpstr>Objectives</vt:lpstr>
      <vt:lpstr>RAISE vs RAISE_APPLICATION_ERROR</vt:lpstr>
      <vt:lpstr>Central Error Package</vt:lpstr>
      <vt:lpstr>Escalation &amp; Translation Pattern</vt:lpstr>
      <vt:lpstr>Transaction Guarding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2025-11-10T02:24:20Z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2025-11-10T02:24:20Z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ab6c51ae-128f-4078-af05-2a0c5067b952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