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048: Exception Handling Philosophy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Error Management in Oracle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Predefined vs non-predefined system vs user-defined</a:t>
            </a:r>
          </a:p>
          <a:p>
            <a:pPr marL="0" indent="0">
              <a:buNone/>
            </a:pPr>
            <a:r>
              <a:rPr dirty="0"/>
              <a:t>• Propagation across nested blocks</a:t>
            </a:r>
          </a:p>
          <a:p>
            <a:pPr marL="0" indent="0">
              <a:buNone/>
            </a:pPr>
            <a:r>
              <a:rPr dirty="0"/>
              <a:t>• Re-raise vs translate</a:t>
            </a:r>
          </a:p>
          <a:p>
            <a:pPr marL="0" indent="0">
              <a:buNone/>
            </a:pPr>
            <a:r>
              <a:rPr dirty="0"/>
              <a:t>• Diagnostics with SQLCODE/SQLERRM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Specific handlers first</a:t>
            </a:r>
          </a:p>
          <a:p>
            <a:pPr marL="0" indent="0">
              <a:buNone/>
            </a:pPr>
            <a:r>
              <a:rPr dirty="0"/>
              <a:t>• PRAGMA EXCEPTION_INIT for codes</a:t>
            </a:r>
          </a:p>
          <a:p>
            <a:pPr marL="0" indent="0">
              <a:buNone/>
            </a:pPr>
            <a:r>
              <a:rPr dirty="0"/>
              <a:t>• Avoid swallowing; log and re-raise when needed</a:t>
            </a:r>
          </a:p>
          <a:p>
            <a:pPr marL="0" indent="0">
              <a:buNone/>
            </a:pPr>
            <a:r>
              <a:rPr dirty="0"/>
              <a:t>• Central logging helpers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Office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Session 048: Exception Handling Philosophy</vt:lpstr>
      <vt:lpstr>Categories &amp; Flow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2025-11-08T13:37:58Z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2025-11-08T13:37:57Z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da178a4d-9018-41e1-81e6-f742f2f7a847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