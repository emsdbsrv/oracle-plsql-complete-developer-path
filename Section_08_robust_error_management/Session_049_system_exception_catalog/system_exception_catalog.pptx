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049: System Exception Catalog — Detailed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Robust Error Management in Oracle PL/SQL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This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Predefined exceptions: NO_DATA_FOUND, TOO_MANY_ROWS, ZERO_DIVIDE, VALUE_ERROR, INVALID_NUMBER</a:t>
            </a:r>
          </a:p>
          <a:p>
            <a:r>
              <a:t>• Constraint &amp; flow: DUP_VAL_ON_INDEX, CASE_NOT_FOUND, CURSOR_ALREADY_OPEN</a:t>
            </a:r>
          </a:p>
          <a:p>
            <a:r>
              <a:t>• Collections: COLLECTION_IS_NULL, SUBSCRIPT_BEYOND_COUNT, SUBSCRIPT_OUTSIDE_LIMIT</a:t>
            </a:r>
          </a:p>
          <a:p>
            <a:r>
              <a:t>• Non-predefined mapping with PRAGMA EXCEPTION_INIT</a:t>
            </a:r>
          </a:p>
          <a:p>
            <a:r>
              <a:t>• Diagnostics: SQLCODE, SQLERRM, logging patterns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Validate early to avoid exceptions</a:t>
            </a:r>
          </a:p>
          <a:p>
            <a:r>
              <a:t>• Use specific handlers first; OTHERS last with SQLCODE/SQLERRM</a:t>
            </a:r>
          </a:p>
          <a:p>
            <a:r>
              <a:t>• Keep handlers short; re-raise when you cannot recover</a:t>
            </a:r>
          </a:p>
          <a:p>
            <a:r>
              <a:t>• Centralize logging utilities</a:t>
            </a:r>
          </a:p>
          <a:p>
            <a:r>
              <a:t>• Optional: AI prompts to generate handler templates and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