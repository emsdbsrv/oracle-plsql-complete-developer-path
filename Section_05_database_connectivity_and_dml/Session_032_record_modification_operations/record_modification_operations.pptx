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032: Record Modification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Production-safe UPDATE and MERGE patterns inside PL/SQL:</a:t>
            </a:r>
          </a:p>
          <a:p>
            <a:pPr marL="0" indent="0">
              <a:buNone/>
            </a:pPr>
            <a:r>
              <a:rPr sz="2400" dirty="0"/>
              <a:t>• Targeted UPDATE with RETURNING INTO</a:t>
            </a:r>
          </a:p>
          <a:p>
            <a:pPr marL="0" indent="0">
              <a:buNone/>
            </a:pPr>
            <a:r>
              <a:rPr sz="2400" dirty="0"/>
              <a:t>• MERGE (</a:t>
            </a:r>
            <a:r>
              <a:rPr sz="2400" dirty="0" err="1"/>
              <a:t>upsert</a:t>
            </a:r>
            <a:r>
              <a:rPr sz="2400" dirty="0"/>
              <a:t>) for set-based modifications</a:t>
            </a:r>
          </a:p>
          <a:p>
            <a:pPr marL="0" indent="0">
              <a:buNone/>
            </a:pPr>
            <a:r>
              <a:rPr sz="2400" dirty="0"/>
              <a:t>• Optimistic locking with version/timestamp checks</a:t>
            </a:r>
          </a:p>
          <a:p>
            <a:pPr marL="0" indent="0">
              <a:buNone/>
            </a:pPr>
            <a:r>
              <a:rPr sz="2400" dirty="0"/>
              <a:t>• Transaction safety, SAVEPOINT/ROLLBACK</a:t>
            </a:r>
          </a:p>
          <a:p>
            <a:pPr marL="0" indent="0">
              <a:buNone/>
            </a:pPr>
            <a:r>
              <a:rPr sz="2400" dirty="0"/>
              <a:t>• Bulk updates with FORALL + SAVE EXCEPTIONS</a:t>
            </a:r>
          </a:p>
          <a:p>
            <a:pPr marL="0" indent="0">
              <a:buNone/>
            </a:pPr>
            <a:r>
              <a:rPr sz="2400" dirty="0"/>
              <a:t>• Cursor updates (WHERE CURRENT OF)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UPDATE t SET col = expr WHERE ... RETURNING col INTO var;</a:t>
            </a:r>
          </a:p>
          <a:p>
            <a:pPr marL="0" indent="0">
              <a:buNone/>
            </a:pPr>
            <a:r>
              <a:rPr sz="2400" dirty="0"/>
              <a:t>MERGE INTO </a:t>
            </a:r>
            <a:r>
              <a:rPr sz="2400" dirty="0" err="1"/>
              <a:t>tgt</a:t>
            </a:r>
            <a:r>
              <a:rPr sz="2400" dirty="0"/>
              <a:t> t USING (SELECT ... FROM ...) s</a:t>
            </a:r>
          </a:p>
          <a:p>
            <a:pPr marL="0" indent="0">
              <a:buNone/>
            </a:pPr>
            <a:r>
              <a:rPr sz="2400" dirty="0"/>
              <a:t>  ON (</a:t>
            </a:r>
            <a:r>
              <a:rPr sz="2400" dirty="0" err="1"/>
              <a:t>t.key</a:t>
            </a:r>
            <a:r>
              <a:rPr sz="2400" dirty="0"/>
              <a:t> = </a:t>
            </a:r>
            <a:r>
              <a:rPr sz="2400" dirty="0" err="1"/>
              <a:t>s.key</a:t>
            </a:r>
            <a:r>
              <a:rPr sz="2400" dirty="0"/>
              <a:t>)</a:t>
            </a:r>
          </a:p>
          <a:p>
            <a:pPr marL="0" indent="0">
              <a:buNone/>
            </a:pPr>
            <a:r>
              <a:rPr sz="2400" dirty="0"/>
              <a:t>  WHEN MATCHED THEN UPDATE SET ...</a:t>
            </a:r>
          </a:p>
          <a:p>
            <a:pPr marL="0" indent="0">
              <a:buNone/>
            </a:pPr>
            <a:r>
              <a:rPr sz="2400" dirty="0"/>
              <a:t>  WHEN NOT MATCHED THEN INSERT (...)</a:t>
            </a:r>
          </a:p>
          <a:p>
            <a:pPr marL="0" indent="0">
              <a:buNone/>
            </a:pPr>
            <a:r>
              <a:rPr sz="2400" dirty="0"/>
              <a:t>  VALUES (...);</a:t>
            </a:r>
          </a:p>
          <a:p>
            <a:pPr marL="0" indent="0">
              <a:buNone/>
            </a:pPr>
            <a:r>
              <a:rPr sz="2400" dirty="0"/>
              <a:t>FOR UPDATE OF col NOWAIT;  -- row locking for safe modifications</a:t>
            </a:r>
          </a:p>
          <a:p>
            <a:pPr marL="0" indent="0">
              <a:buNone/>
            </a:pPr>
            <a:r>
              <a:rPr sz="2400" dirty="0"/>
              <a:t>FORALL </a:t>
            </a:r>
            <a:r>
              <a:rPr sz="2400" dirty="0" err="1"/>
              <a:t>i</a:t>
            </a:r>
            <a:r>
              <a:rPr sz="2400" dirty="0"/>
              <a:t> IN ... UPDATE t SET ... WHERE key = </a:t>
            </a:r>
            <a:r>
              <a:rPr sz="2400" dirty="0" err="1"/>
              <a:t>arr</a:t>
            </a:r>
            <a:r>
              <a:rPr sz="2400" dirty="0"/>
              <a:t>(</a:t>
            </a:r>
            <a:r>
              <a:rPr sz="2400" dirty="0" err="1"/>
              <a:t>i</a:t>
            </a:r>
            <a:r>
              <a:rPr sz="2400" dirty="0"/>
              <a:t>).key;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Always scope WHERE clauses to the minimal key set</a:t>
            </a:r>
          </a:p>
          <a:p>
            <a:pPr marL="0" indent="0">
              <a:buNone/>
            </a:pPr>
            <a:r>
              <a:rPr sz="2400" dirty="0"/>
              <a:t>• Check SQL%ROWCOUNT to detect lost updates</a:t>
            </a:r>
          </a:p>
          <a:p>
            <a:pPr marL="0" indent="0">
              <a:buNone/>
            </a:pPr>
            <a:r>
              <a:rPr sz="2400" dirty="0"/>
              <a:t>• Use RETURNING INTO to avoid re-querying</a:t>
            </a:r>
          </a:p>
          <a:p>
            <a:pPr marL="0" indent="0">
              <a:buNone/>
            </a:pPr>
            <a:r>
              <a:rPr sz="2400" dirty="0"/>
              <a:t>• For concurrency, add version or </a:t>
            </a:r>
            <a:r>
              <a:rPr sz="2400" dirty="0" err="1"/>
              <a:t>last_updated</a:t>
            </a:r>
            <a:r>
              <a:rPr sz="2400" dirty="0"/>
              <a:t> checks</a:t>
            </a:r>
          </a:p>
          <a:p>
            <a:pPr marL="0" indent="0">
              <a:buNone/>
            </a:pPr>
            <a:r>
              <a:rPr sz="2400" dirty="0"/>
              <a:t>• Prefer MERGE for set-based </a:t>
            </a:r>
            <a:r>
              <a:rPr sz="2400" dirty="0" err="1"/>
              <a:t>upserts</a:t>
            </a:r>
            <a:r>
              <a:rPr sz="2400" dirty="0"/>
              <a:t> over procedural loops</a:t>
            </a:r>
          </a:p>
          <a:p>
            <a:pPr marL="0" indent="0">
              <a:buNone/>
            </a:pPr>
            <a:r>
              <a:rPr sz="2400" dirty="0"/>
              <a:t>• In bulk ops, use SAVE EXCEPTIONS and log failures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212</Words>
  <Application>Microsoft Office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Session 032: Record Modification Operations</vt:lpstr>
      <vt:lpstr>Purpose</vt:lpstr>
      <vt:lpstr>Syntax &amp; Patterns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3</cp:revision>
  <dcterms:created xsi:type="dcterms:W3CDTF">2013-01-27T09:14:16Z</dcterms:created>
  <dcterms:modified xsi:type="dcterms:W3CDTF">2025-11-07T12:14:32Z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2025-11-07T12:13:55Z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fc2c3073-ee05-40b5-ac11-2d5bfc7a81ac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