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033: Data Removal and Cleanup (Production Patterns)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Master production-safe data removal:</a:t>
            </a:r>
          </a:p>
          <a:p>
            <a:r>
              <a:t>• Targeted DELETE with WHERE and RETURNING INTO</a:t>
            </a:r>
          </a:p>
          <a:p>
            <a:r>
              <a:t>• TRUNCATE for fast resets (DDL, non-rollback)</a:t>
            </a:r>
          </a:p>
          <a:p>
            <a:r>
              <a:t>• CASCADE &amp; dependency cleanup</a:t>
            </a:r>
          </a:p>
          <a:p>
            <a:r>
              <a:t>• Archive-before-delete &amp; soft delete patterns</a:t>
            </a:r>
          </a:p>
          <a:p>
            <a:r>
              <a:t>• Transaction control: SAVEPOINT, ROLLBACK, COMMIT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DELETE FROM t WHERE ... RETURNING col INTO var;</a:t>
            </a:r>
          </a:p>
          <a:p>
            <a:r>
              <a:t>DELETE FROM t WHERE key IN (SELECT ...);</a:t>
            </a:r>
          </a:p>
          <a:p>
            <a:r>
              <a:t>TRUNCATE TABLE t;  -- DDL; cannot be rolled back</a:t>
            </a:r>
          </a:p>
          <a:p>
            <a:r>
              <a:t>INSERT INTO t_archive SELECT * FROM t WHERE ...; DELETE FROM t WHERE ...;</a:t>
            </a:r>
          </a:p>
          <a:p>
            <a:r>
              <a:t>UPDATE t SET is_deleted='Y', deleted_on=SYSDATE WHERE ...;  -- soft delete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Scope DELETEs by keys; avoid broad predicates</a:t>
            </a:r>
          </a:p>
          <a:p>
            <a:r>
              <a:t>• Verify row counts (SQL%ROWCOUNT) and log actions</a:t>
            </a:r>
          </a:p>
          <a:p>
            <a:r>
              <a:t>• Use archive tables for compliance</a:t>
            </a:r>
          </a:p>
          <a:p>
            <a:r>
              <a:t>• Prefer soft delete in operational systems; purge via scheduled jobs</a:t>
            </a:r>
          </a:p>
          <a:p>
            <a:r>
              <a:t>• For bulk ops, use set-based DELETE and SAVEPOINTs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Least privilege; separate purge role</a:t>
            </a:r>
          </a:p>
          <a:p>
            <a:r>
              <a:t>• Dry-run with SELECT COUNT(*) before deleting</a:t>
            </a:r>
          </a:p>
          <a:p>
            <a:r>
              <a:t>• Validate FK constraints and ON DELETE CASCADE behavior</a:t>
            </a:r>
          </a:p>
          <a:p>
            <a:r>
              <a:t>• Document retention policy; schedule purges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