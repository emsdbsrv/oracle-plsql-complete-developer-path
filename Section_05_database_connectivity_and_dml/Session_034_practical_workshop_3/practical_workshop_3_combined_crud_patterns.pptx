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034: Practical Workshop #3 (Combined CRUD Patterns)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Hands-on integration of Create, Read, Update, Delete with transaction safety:</a:t>
            </a:r>
          </a:p>
          <a:p>
            <a:r>
              <a:t>• INSERT with RETURNING INTO and validation</a:t>
            </a:r>
          </a:p>
          <a:p>
            <a:r>
              <a:t>• SELECT patterns for verification and dry-runs</a:t>
            </a:r>
          </a:p>
          <a:p>
            <a:r>
              <a:t>• UPDATE with optimistic locking and versioning</a:t>
            </a:r>
          </a:p>
          <a:p>
            <a:r>
              <a:t>• DELETE, archive-before-delete, soft-delete and purge windows</a:t>
            </a:r>
          </a:p>
          <a:p>
            <a:r>
              <a:t>• SAVEPOINT/ROLLBACK/COMMIT choreography across multi-step flows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Mini Order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customers, products, orders, order_lines, audit tables.</a:t>
            </a:r>
          </a:p>
          <a:p>
            <a:r>
              <a:t>Flows:</a:t>
            </a:r>
          </a:p>
          <a:p>
            <a:r>
              <a:t>1) Create order + lines (INSERT .. RETURNING)</a:t>
            </a:r>
          </a:p>
          <a:p>
            <a:r>
              <a:t>2) Read/validate inventory and pricing</a:t>
            </a:r>
          </a:p>
          <a:p>
            <a:r>
              <a:t>3) Update order: adjustments, version/timestamp checks</a:t>
            </a:r>
          </a:p>
          <a:p>
            <a:r>
              <a:t>4) Delete/Archive old orders or soft-delete cancellations</a:t>
            </a:r>
          </a:p>
          <a:p>
            <a:r>
              <a:t>5) Bulk operations with FORALL and SAVE EXCEPTIONS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MERGE for upserts; RETURNING INTO to avoid re-selects.</a:t>
            </a:r>
          </a:p>
          <a:p>
            <a:r>
              <a:t>Set-based DML with correlated subqueries.</a:t>
            </a:r>
          </a:p>
          <a:p>
            <a:r>
              <a:t>SAVEPOINT for partial rollback; audit with SQL%ROWCOUNT.</a:t>
            </a:r>
          </a:p>
          <a:p>
            <a:r>
              <a:t>Soft-delete flags and purge windows.</a:t>
            </a:r>
          </a:p>
          <a:p>
            <a:r>
              <a:t>Validation-first (dry-run) using COUNT(*).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Separate write paths and audit paths.</a:t>
            </a:r>
          </a:p>
          <a:p>
            <a:r>
              <a:t>• Anchor datatypes with %TYPE/%ROWTYPE.</a:t>
            </a:r>
          </a:p>
          <a:p>
            <a:r>
              <a:t>• Validate inputs; guard against NULL/empty drivers.</a:t>
            </a:r>
          </a:p>
          <a:p>
            <a:r>
              <a:t>• Prefer set-based operations; log SQL%ROWCOUNT.</a:t>
            </a:r>
          </a:p>
          <a:p>
            <a:r>
              <a:t>• Use least-privilege roles for purge/archive.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