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029: Column Anchoring with %TYPE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%TYPE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Auto-align PL/SQL variables with table column datatypes</a:t>
            </a:r>
          </a:p>
          <a:p>
            <a:pPr marL="0" indent="0">
              <a:buNone/>
            </a:pPr>
            <a:r>
              <a:rPr dirty="0"/>
              <a:t>• Prevent mismatch after schema changes</a:t>
            </a:r>
          </a:p>
          <a:p>
            <a:pPr marL="0" indent="0">
              <a:buNone/>
            </a:pPr>
            <a:r>
              <a:rPr dirty="0"/>
              <a:t>• Cleaner APIs and fewer bugs</a:t>
            </a:r>
          </a:p>
          <a:p>
            <a:pPr marL="0" indent="0">
              <a:buNone/>
            </a:pPr>
            <a:r>
              <a:rPr dirty="0"/>
              <a:t>• Works with RETURNING INTO, params, collections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v_name</a:t>
            </a:r>
            <a:r>
              <a:rPr dirty="0"/>
              <a:t>  </a:t>
            </a:r>
            <a:r>
              <a:rPr dirty="0" err="1"/>
              <a:t>table.col%TYPE</a:t>
            </a:r>
            <a:r>
              <a:rPr dirty="0"/>
              <a:t>;</a:t>
            </a:r>
          </a:p>
          <a:p>
            <a:pPr marL="0" indent="0">
              <a:buNone/>
            </a:pPr>
            <a:r>
              <a:rPr dirty="0"/>
              <a:t>TYPE </a:t>
            </a:r>
            <a:r>
              <a:rPr dirty="0" err="1"/>
              <a:t>t_names</a:t>
            </a:r>
            <a:r>
              <a:rPr dirty="0"/>
              <a:t> IS TABLE OF </a:t>
            </a:r>
            <a:r>
              <a:rPr dirty="0" err="1"/>
              <a:t>table.col%TYPE</a:t>
            </a:r>
            <a:r>
              <a:rPr dirty="0"/>
              <a:t>;</a:t>
            </a:r>
          </a:p>
          <a:p>
            <a:pPr marL="0" indent="0">
              <a:buNone/>
            </a:pPr>
            <a:r>
              <a:rPr dirty="0"/>
              <a:t>FUNCTION f RETURN </a:t>
            </a:r>
            <a:r>
              <a:rPr dirty="0" err="1"/>
              <a:t>table.col%TYPE</a:t>
            </a:r>
            <a:r>
              <a:rPr dirty="0"/>
              <a:t> IS 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Anchor IN/OUT params to columns</a:t>
            </a:r>
          </a:p>
          <a:p>
            <a:pPr marL="0" indent="0">
              <a:buNone/>
            </a:pPr>
            <a:r>
              <a:rPr dirty="0"/>
              <a:t>• Use RETURNING INTO with anchored vars</a:t>
            </a:r>
          </a:p>
          <a:p>
            <a:pPr marL="0" indent="0">
              <a:buNone/>
            </a:pPr>
            <a:r>
              <a:rPr dirty="0"/>
              <a:t>• Keep names close to source columns</a:t>
            </a:r>
          </a:p>
          <a:p>
            <a:pPr marL="0" indent="0">
              <a:buNone/>
            </a:pPr>
            <a:r>
              <a:rPr dirty="0"/>
              <a:t>• Combine with %ROWTYPE for full rows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114</Words>
  <Application>Microsoft Office PowerPoint</Application>
  <PresentationFormat>On-screen Show (4:3)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Session 029: Column Anchoring with %TYPE</vt:lpstr>
      <vt:lpstr>Why %TYPE</vt:lpstr>
      <vt:lpstr>Syntax</vt:lpstr>
      <vt:lpstr>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2025-11-07T09:44:52Z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2025-11-07T09:44:52Z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65d58ecf-8855-42c7-973c-469798772662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