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031: Data Insertion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Master production-grade INSERT patterns inside PL/SQL:</a:t>
            </a:r>
          </a:p>
          <a:p>
            <a:pPr marL="0" indent="0">
              <a:buNone/>
            </a:pPr>
            <a:r>
              <a:rPr sz="2400" dirty="0"/>
              <a:t>• Single-row INSERT with RETURNING INTO</a:t>
            </a:r>
          </a:p>
          <a:p>
            <a:pPr marL="0" indent="0">
              <a:buNone/>
            </a:pPr>
            <a:r>
              <a:rPr sz="2400" dirty="0"/>
              <a:t>• INSERT with DEFAULT VALUES &amp; generated columns</a:t>
            </a:r>
          </a:p>
          <a:p>
            <a:pPr marL="0" indent="0">
              <a:buNone/>
            </a:pPr>
            <a:r>
              <a:rPr sz="2400" dirty="0"/>
              <a:t>• INSERT…SELECT (subquery inserts)</a:t>
            </a:r>
          </a:p>
          <a:p>
            <a:pPr marL="0" indent="0">
              <a:buNone/>
            </a:pPr>
            <a:r>
              <a:rPr sz="2400" dirty="0"/>
              <a:t>• INSERT ALL / INSERT FIRST (conditional multi-insert)</a:t>
            </a:r>
          </a:p>
          <a:p>
            <a:pPr marL="0" indent="0">
              <a:buNone/>
            </a:pPr>
            <a:r>
              <a:rPr sz="2400" dirty="0"/>
              <a:t>• Sequences &amp; identity, transactional safety,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INSERT INTO t(col1,col2) VALUES(v1,v2) RETURNING col INTO var;</a:t>
            </a:r>
          </a:p>
          <a:p>
            <a:pPr marL="0" indent="0">
              <a:buNone/>
            </a:pPr>
            <a:r>
              <a:rPr sz="2400" dirty="0"/>
              <a:t>INSERT INTO t DEFAULT VALUES; -- if defaults defined</a:t>
            </a:r>
          </a:p>
          <a:p>
            <a:pPr marL="0" indent="0">
              <a:buNone/>
            </a:pPr>
            <a:r>
              <a:rPr sz="2400" dirty="0"/>
              <a:t>INSERT INTO t(cols) SELECT ... FROM ...; -- subquery</a:t>
            </a:r>
          </a:p>
          <a:p>
            <a:pPr marL="0" indent="0">
              <a:buNone/>
            </a:pPr>
            <a:r>
              <a:rPr sz="2400" dirty="0"/>
              <a:t>INSERT ALL INTO t1 ... INTO t2 ... SELECT ... FROM ...;</a:t>
            </a:r>
          </a:p>
          <a:p>
            <a:pPr marL="0" indent="0">
              <a:buNone/>
            </a:pPr>
            <a:r>
              <a:rPr sz="2400" dirty="0"/>
              <a:t>INSERT FIRST WHEN cond1 THEN INTO t1 ... WHEN cond2 THEN INTO t2 ...;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Anchor with %TYPE/%ROWTYPE; validate inputs</a:t>
            </a:r>
          </a:p>
          <a:p>
            <a:pPr marL="0" indent="0">
              <a:buNone/>
            </a:pPr>
            <a:r>
              <a:rPr sz="2400" dirty="0"/>
              <a:t>• Use RETURNING INTO to avoid extra SELECTs</a:t>
            </a:r>
          </a:p>
          <a:p>
            <a:pPr marL="0" indent="0">
              <a:buNone/>
            </a:pPr>
            <a:r>
              <a:rPr sz="2400" dirty="0"/>
              <a:t>• Wrap multi-row inserts in transactions; commit intentionally</a:t>
            </a:r>
          </a:p>
          <a:p>
            <a:pPr marL="0" indent="0">
              <a:buNone/>
            </a:pPr>
            <a:r>
              <a:rPr sz="2400" dirty="0"/>
              <a:t>• Prefer INSERT…SELECT for set-based operations</a:t>
            </a:r>
          </a:p>
          <a:p>
            <a:pPr marL="0" indent="0">
              <a:buNone/>
            </a:pPr>
            <a:r>
              <a:rPr sz="2400" dirty="0"/>
              <a:t>• For conditional fan-out, use INSERT ALL/FIRST</a:t>
            </a:r>
          </a:p>
          <a:p>
            <a:pPr marL="0" indent="0">
              <a:buNone/>
            </a:pPr>
            <a:r>
              <a:rPr sz="2400" dirty="0"/>
              <a:t>• Handle unique violations with LOG ERRORS or SAVE EXCEPTIONS (bulk)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031: Data Insertion Techniques</vt:lpstr>
      <vt:lpstr>Purpose</vt:lpstr>
      <vt:lpstr>Syntax &amp; Patterns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2025-11-07T11:13:59Z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2025-11-07T11:13:59Z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f72b1d0c-10da-481d-a90a-e4555e130de5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