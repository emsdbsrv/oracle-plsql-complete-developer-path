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028: Embedded Query Statements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 SQL inside PL/SQL blocks with production-safe patterns:</a:t>
            </a:r>
          </a:p>
          <a:p>
            <a:r>
              <a:t>• SELECT INTO (single-row &amp; multi-column)</a:t>
            </a:r>
          </a:p>
          <a:p>
            <a:r>
              <a:t>• Handling NO_DATA_FOUND / TOO_MANY_ROWS</a:t>
            </a:r>
          </a:p>
          <a:p>
            <a:r>
              <a:t>• %ROWTYPE and anchored types</a:t>
            </a:r>
          </a:p>
          <a:p>
            <a:r>
              <a:t>• Joins, aggregates, NVL/COALESCE</a:t>
            </a:r>
          </a:p>
          <a:p>
            <a:r>
              <a:t>• BULK COLLECT + LIMIT</a:t>
            </a:r>
          </a:p>
          <a:p>
            <a:r>
              <a:t>• RETURNING INTO and SQL%ROWCOUNT</a:t>
            </a:r>
          </a:p>
          <a:p>
            <a:r>
              <a:t>• Cursor FOR LOOP &amp; parameterized cursors</a:t>
            </a:r>
          </a:p>
          <a:p>
            <a:r>
              <a:t>• (Optional) AI assistance for code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&amp;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run:</a:t>
            </a:r>
          </a:p>
          <a:p>
            <a:r>
              <a:t>• SET SERVEROUTPUT ON; Execute each block separately (end with '/').</a:t>
            </a:r>
          </a:p>
          <a:p/>
          <a:p>
            <a:r>
              <a:t>Notes:</a:t>
            </a:r>
          </a:p>
          <a:p>
            <a:r>
              <a:t>• Prefer anchored types: table.col%TYPE, table%ROWTYPE.</a:t>
            </a:r>
          </a:p>
          <a:p>
            <a:r>
              <a:t>• Always guard SELECT INTO (NO_DATA_FOUND / TOO_MANY_ROWS).</a:t>
            </a:r>
          </a:p>
          <a:p>
            <a:r>
              <a:t>• Use BULK COLLECT + LIMIT for large sets; RETURNING INTO to avoid extra SELECTs.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