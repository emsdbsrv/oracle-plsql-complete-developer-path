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030: Row Type Anchoring with %ROWTYPE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Use %ROWTYPE to declare record variables that mirror full table rows or cursor result sets:</a:t>
            </a:r>
          </a:p>
          <a:p>
            <a:pPr marL="0" indent="0">
              <a:buNone/>
            </a:pPr>
            <a:r>
              <a:rPr dirty="0"/>
              <a:t>• Fetch entire rows with SELECT * INTO record</a:t>
            </a:r>
          </a:p>
          <a:p>
            <a:pPr marL="0" indent="0">
              <a:buNone/>
            </a:pPr>
            <a:r>
              <a:rPr dirty="0"/>
              <a:t>• Keep code resilient to schema changes</a:t>
            </a:r>
          </a:p>
          <a:p>
            <a:pPr marL="0" indent="0">
              <a:buNone/>
            </a:pPr>
            <a:r>
              <a:rPr dirty="0"/>
              <a:t>• Simplify DML (INSERT/UPDATE) and RETURNING INTO</a:t>
            </a:r>
          </a:p>
          <a:p>
            <a:pPr marL="0" indent="0">
              <a:buNone/>
            </a:pPr>
            <a:r>
              <a:rPr dirty="0"/>
              <a:t>• Pass records via procedures/functions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&amp;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r_tab</a:t>
            </a:r>
            <a:r>
              <a:rPr dirty="0"/>
              <a:t>   </a:t>
            </a:r>
            <a:r>
              <a:rPr dirty="0" err="1"/>
              <a:t>table_name%ROWTYPE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CURSOR c IS SELECT ... FROM ...;</a:t>
            </a:r>
          </a:p>
          <a:p>
            <a:pPr marL="0" indent="0">
              <a:buNone/>
            </a:pPr>
            <a:r>
              <a:rPr dirty="0" err="1"/>
              <a:t>r_cur</a:t>
            </a:r>
            <a:r>
              <a:rPr dirty="0"/>
              <a:t>   </a:t>
            </a:r>
            <a:r>
              <a:rPr dirty="0" err="1"/>
              <a:t>c%ROWTYPE</a:t>
            </a:r>
            <a:r>
              <a:rPr dirty="0"/>
              <a:t>;  -- record shaped like cursor</a:t>
            </a:r>
          </a:p>
          <a:p>
            <a:pPr marL="0" indent="0">
              <a:buNone/>
            </a:pPr>
            <a:r>
              <a:rPr dirty="0"/>
              <a:t>SELECT * INTO </a:t>
            </a:r>
            <a:r>
              <a:rPr dirty="0" err="1"/>
              <a:t>r_tab</a:t>
            </a:r>
            <a:r>
              <a:rPr dirty="0"/>
              <a:t> FROM </a:t>
            </a:r>
            <a:r>
              <a:rPr dirty="0" err="1"/>
              <a:t>table_name</a:t>
            </a:r>
            <a:r>
              <a:rPr dirty="0"/>
              <a:t> WHERE ...;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Prefer %ROWTYPE when you need many columns from a row</a:t>
            </a:r>
          </a:p>
          <a:p>
            <a:pPr marL="0" indent="0">
              <a:buNone/>
            </a:pPr>
            <a:r>
              <a:rPr dirty="0"/>
              <a:t>• Initialize records before partial updates</a:t>
            </a:r>
          </a:p>
          <a:p>
            <a:pPr marL="0" indent="0">
              <a:buNone/>
            </a:pPr>
            <a:r>
              <a:rPr dirty="0"/>
              <a:t>• With RETURNING INTO, list fields explicitly (r.col1, r.col2, ...)</a:t>
            </a:r>
          </a:p>
          <a:p>
            <a:pPr marL="0" indent="0">
              <a:buNone/>
            </a:pPr>
            <a:r>
              <a:rPr dirty="0"/>
              <a:t>• Use </a:t>
            </a:r>
            <a:r>
              <a:rPr dirty="0" err="1"/>
              <a:t>cursor%ROWTYPE</a:t>
            </a:r>
            <a:r>
              <a:rPr dirty="0"/>
              <a:t> for complex SELECT shapes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</Words>
  <Application>Microsoft Office PowerPoint</Application>
  <PresentationFormat>On-screen Show (4:3)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Session 030: Row Type Anchoring with %ROWTYPE</vt:lpstr>
      <vt:lpstr>Purpose</vt:lpstr>
      <vt:lpstr>Syntax &amp; Patterns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2025-11-07T10:41:53Z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2025-11-07T10:41:53Z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3297c40c-bd29-45b8-b06b-e87a0a88cb6b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