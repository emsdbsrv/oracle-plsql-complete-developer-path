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087: Trigger Schema Setup Scripts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environment preparation for PL/SQL triggers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base tables for DML triggers</a:t>
            </a:r>
          </a:p>
          <a:p>
            <a:r>
              <a:t>• Build audit/history/error log tables</a:t>
            </a:r>
          </a:p>
          <a:p>
            <a:r>
              <a:t>• Initialize sequences for trigger-driven keys</a:t>
            </a:r>
          </a:p>
          <a:p>
            <a:r>
              <a:t>• Seed sample data for trigger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 table: main DML target</a:t>
            </a:r>
          </a:p>
          <a:p>
            <a:r>
              <a:t>• Audit table: records changes</a:t>
            </a:r>
          </a:p>
          <a:p>
            <a:r>
              <a:t>• History table: archives old rows</a:t>
            </a:r>
          </a:p>
          <a:p>
            <a:r>
              <a:t>• Error log table: captures trigger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audit tables minimal</a:t>
            </a:r>
          </a:p>
          <a:p>
            <a:r>
              <a:t>• Store :OLD and :NEW values</a:t>
            </a:r>
          </a:p>
          <a:p>
            <a:r>
              <a:t>• Always log timestamps &amp; usernames</a:t>
            </a:r>
          </a:p>
          <a:p>
            <a:r>
              <a:t>• Seed predictable test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