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095: Pseudo-Record Access (:OLD and :NEW)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how triggers access row values before and after DML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 meaning of :OLD and :NEW</a:t>
            </a:r>
          </a:p>
          <a:p>
            <a:r>
              <a:t>• Understand accessibility rules</a:t>
            </a:r>
          </a:p>
          <a:p>
            <a:r>
              <a:t>• BEFORE vs AFTER behavior</a:t>
            </a:r>
          </a:p>
          <a:p>
            <a:r>
              <a:t>• Use in INSERT/UPDATE/DELETE triggers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Pseudo-Record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:NEW – new row values</a:t>
            </a:r>
          </a:p>
          <a:p>
            <a:r>
              <a:t>• :OLD – old row values</a:t>
            </a:r>
          </a:p>
          <a:p>
            <a:r>
              <a:t>• Used only in row-level triggers</a:t>
            </a:r>
          </a:p>
          <a:p>
            <a:r>
              <a:t>• Not available in statement-level triggers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Track changes</a:t>
            </a:r>
          </a:p>
          <a:p>
            <a:r>
              <a:t>• Validate updates</a:t>
            </a:r>
          </a:p>
          <a:p>
            <a:r>
              <a:t>• Compare old vs new data</a:t>
            </a:r>
          </a:p>
          <a:p>
            <a:r>
              <a:t>• Build audit/history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INSERT: :OLD = NULL</a:t>
            </a:r>
          </a:p>
          <a:p>
            <a:r>
              <a:t>• DELETE: :NEW = NULL</a:t>
            </a:r>
          </a:p>
          <a:p>
            <a:r>
              <a:t>• UPDATE: :OLD and :NEW both valid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