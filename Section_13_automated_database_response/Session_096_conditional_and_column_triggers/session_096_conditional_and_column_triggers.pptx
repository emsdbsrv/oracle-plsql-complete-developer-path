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096: Conditional and Column Triggers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WHEN clause &amp; column-specific trigger firing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 WHEN clause filtering</a:t>
            </a:r>
          </a:p>
          <a:p>
            <a:r>
              <a:t>• Understand column-based update triggers</a:t>
            </a:r>
          </a:p>
          <a:p>
            <a:r>
              <a:t>• Reduce unnecessary trigger execution</a:t>
            </a:r>
          </a:p>
          <a:p>
            <a:r>
              <a:t>• Implement selective validations and auditing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Conditional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WHEN (&lt;condition&gt;) filters row firing</a:t>
            </a:r>
          </a:p>
          <a:p>
            <a:r>
              <a:t>• Trigger fires only when condition TRUE</a:t>
            </a:r>
          </a:p>
          <a:p>
            <a:r>
              <a:t>• Prevents unnecessary logic execution</a:t>
            </a:r>
          </a:p>
          <a:p>
            <a:r>
              <a:t>• Great for business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BEFORE/AFTER UPDATE OF column_name</a:t>
            </a:r>
          </a:p>
          <a:p>
            <a:r>
              <a:t>• Fires only when listed columns change</a:t>
            </a:r>
          </a:p>
          <a:p>
            <a:r>
              <a:t>• Avoids firing on irrelevant updates</a:t>
            </a:r>
          </a:p>
          <a:p>
            <a:r>
              <a:t>• Improves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Salary raise &gt; threshold</a:t>
            </a:r>
          </a:p>
          <a:p>
            <a:r>
              <a:t>• Dept change detection</a:t>
            </a:r>
          </a:p>
          <a:p>
            <a:r>
              <a:t>• Blocking restricted column modifications</a:t>
            </a:r>
          </a:p>
          <a:p>
            <a:r>
              <a:t>• Special notifications for specific values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