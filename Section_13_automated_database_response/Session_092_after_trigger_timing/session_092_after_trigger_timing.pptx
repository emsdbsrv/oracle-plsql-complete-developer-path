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092: AFTER Trigger Timing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Post-DML processing, auditing, history, 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AFTER timing</a:t>
            </a:r>
          </a:p>
          <a:p>
            <a:r>
              <a:t>• Learn post-DML auditing</a:t>
            </a:r>
          </a:p>
          <a:p>
            <a:r>
              <a:t>• Capture :OLD and :NEW values</a:t>
            </a:r>
          </a:p>
          <a:p>
            <a:r>
              <a:t>• Build history and log mechanisms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Trigger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Executes after DML succeeds</a:t>
            </a:r>
          </a:p>
          <a:p>
            <a:r>
              <a:t>• Cannot modify :NEW fields</a:t>
            </a:r>
          </a:p>
          <a:p>
            <a:r>
              <a:t>• Ideal for audit/history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Audit tables</a:t>
            </a:r>
          </a:p>
          <a:p>
            <a:r>
              <a:t>• Change history</a:t>
            </a:r>
          </a:p>
          <a:p>
            <a:r>
              <a:t>• Notification triggers</a:t>
            </a:r>
          </a:p>
          <a:p>
            <a:r>
              <a:t>• Logging DML effects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