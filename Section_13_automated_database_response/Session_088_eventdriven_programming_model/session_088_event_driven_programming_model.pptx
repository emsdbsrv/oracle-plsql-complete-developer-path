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088: Event-Driven Programming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PL/SQL triggers respond to data and schema events in the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Understand the event-driven nature of database triggers</a:t>
            </a:r>
          </a:p>
          <a:p>
            <a:pPr marL="0" indent="0">
              <a:buNone/>
            </a:pPr>
            <a:r>
              <a:rPr sz="2400" dirty="0"/>
              <a:t>• Map DML, DDL, and system events to trigger execution</a:t>
            </a:r>
          </a:p>
          <a:p>
            <a:pPr marL="0" indent="0">
              <a:buNone/>
            </a:pPr>
            <a:r>
              <a:rPr sz="2400" dirty="0"/>
              <a:t>• Learn timing points: BEFORE vs AFTER</a:t>
            </a:r>
          </a:p>
          <a:p>
            <a:pPr marL="0" indent="0">
              <a:buNone/>
            </a:pPr>
            <a:r>
              <a:rPr sz="2400" dirty="0"/>
              <a:t>• Recognize row-level vs statement-level trigger behavior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Event?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INSERT/UPDATE/DELETE on a table</a:t>
            </a:r>
          </a:p>
          <a:p>
            <a:pPr marL="0" indent="0">
              <a:buNone/>
            </a:pPr>
            <a:r>
              <a:rPr sz="2400" dirty="0"/>
              <a:t>• CREATE/ALTER/DROP operations on schema objects</a:t>
            </a:r>
          </a:p>
          <a:p>
            <a:pPr marL="0" indent="0">
              <a:buNone/>
            </a:pPr>
            <a:r>
              <a:rPr sz="2400" dirty="0"/>
              <a:t>• Logon, logoff, startup, shutdown at the database level</a:t>
            </a:r>
          </a:p>
          <a:p>
            <a:pPr marL="0" indent="0">
              <a:buNone/>
            </a:pPr>
            <a:r>
              <a:rPr sz="2400" dirty="0"/>
              <a:t>• These events cause trigger code to fire automatically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Trigger Firing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Dimensions:</a:t>
            </a:r>
          </a:p>
          <a:p>
            <a:pPr marL="0" indent="0">
              <a:buNone/>
            </a:pPr>
            <a:r>
              <a:rPr sz="2400" dirty="0"/>
              <a:t>• Event: INSERT, UPDATE, DELETE, DDL, LOGON, LOGOFF</a:t>
            </a:r>
          </a:p>
          <a:p>
            <a:pPr marL="0" indent="0">
              <a:buNone/>
            </a:pPr>
            <a:r>
              <a:rPr sz="2400" dirty="0"/>
              <a:t>• Timing: BEFORE, AFTER</a:t>
            </a:r>
          </a:p>
          <a:p>
            <a:pPr marL="0" indent="0">
              <a:buNone/>
            </a:pPr>
            <a:r>
              <a:rPr sz="2400" dirty="0"/>
              <a:t>• Granularity: STATEMENT or ROW</a:t>
            </a:r>
          </a:p>
          <a:p>
            <a:pPr marL="0" indent="0">
              <a:buNone/>
            </a:pPr>
            <a:r>
              <a:rPr sz="2400" dirty="0"/>
              <a:t>Combined, they define WHEN and HOW often trigger executes.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Row-Level vs Statement-Level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Statement-level: fires once per DML statement</a:t>
            </a:r>
          </a:p>
          <a:p>
            <a:pPr marL="0" indent="0">
              <a:buNone/>
            </a:pPr>
            <a:r>
              <a:rPr sz="2400" dirty="0"/>
              <a:t>• Row-level: fires once per affected row</a:t>
            </a:r>
          </a:p>
          <a:p>
            <a:pPr marL="0" indent="0">
              <a:buNone/>
            </a:pPr>
            <a:r>
              <a:rPr sz="2400" dirty="0"/>
              <a:t>• Row-level uses :OLD and :NEW for column values</a:t>
            </a:r>
          </a:p>
          <a:p>
            <a:pPr marL="0" indent="0">
              <a:buNone/>
            </a:pPr>
            <a:r>
              <a:rPr sz="2400" dirty="0"/>
              <a:t>• Choose based on business requirement and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400" dirty="0"/>
              <a:t>• Keep triggers small and focused</a:t>
            </a:r>
          </a:p>
          <a:p>
            <a:pPr marL="0" indent="0">
              <a:buNone/>
            </a:pPr>
            <a:r>
              <a:rPr sz="2400" dirty="0"/>
              <a:t>• Avoid complex transaction logic in triggers</a:t>
            </a:r>
          </a:p>
          <a:p>
            <a:pPr marL="0" indent="0">
              <a:buNone/>
            </a:pPr>
            <a:r>
              <a:rPr sz="2400" dirty="0"/>
              <a:t>• Use audit/history tables for side effects</a:t>
            </a:r>
          </a:p>
          <a:p>
            <a:pPr marL="0" indent="0">
              <a:buNone/>
            </a:pPr>
            <a:r>
              <a:rPr sz="2400" dirty="0"/>
              <a:t>• Document which events and columns are being monitored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Session 088: Event-Driven Programming Model</vt:lpstr>
      <vt:lpstr>Objectives</vt:lpstr>
      <vt:lpstr>What Is an Event?</vt:lpstr>
      <vt:lpstr>Trigger Firing Matrix</vt:lpstr>
      <vt:lpstr>Row-Level vs Statement-Level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2025-11-13T07:57:18Z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2025-11-13T07:57:18Z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561f1adf-5117-4f04-8037-a9a26b76d50e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