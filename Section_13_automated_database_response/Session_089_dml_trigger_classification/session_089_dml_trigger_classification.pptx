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089: DML Trigger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BEFORE/AFTER triggers, row-level vs statement-level behavior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Learn DML trigger categories</a:t>
            </a:r>
          </a:p>
          <a:p>
            <a:pPr marL="0" indent="0">
              <a:buNone/>
            </a:pPr>
            <a:r>
              <a:rPr sz="2400" dirty="0"/>
              <a:t>• BEFORE vs AFTER triggers</a:t>
            </a:r>
          </a:p>
          <a:p>
            <a:pPr marL="0" indent="0">
              <a:buNone/>
            </a:pPr>
            <a:r>
              <a:rPr sz="2400" dirty="0"/>
              <a:t>• ROW vs STATEMENT triggers</a:t>
            </a:r>
          </a:p>
          <a:p>
            <a:pPr marL="0" indent="0">
              <a:buNone/>
            </a:pPr>
            <a:r>
              <a:rPr sz="2400" dirty="0"/>
              <a:t>• Understand WHEN conditions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BEFORE INSERT</a:t>
            </a:r>
          </a:p>
          <a:p>
            <a:pPr marL="0" indent="0">
              <a:buNone/>
            </a:pPr>
            <a:r>
              <a:rPr sz="2400" dirty="0"/>
              <a:t>• BEFORE UPDATE</a:t>
            </a:r>
          </a:p>
          <a:p>
            <a:pPr marL="0" indent="0">
              <a:buNone/>
            </a:pPr>
            <a:r>
              <a:rPr sz="2400" dirty="0"/>
              <a:t>• BEFORE DELETE</a:t>
            </a:r>
          </a:p>
          <a:p>
            <a:pPr marL="0" indent="0">
              <a:buNone/>
            </a:pPr>
            <a:r>
              <a:rPr sz="2400" dirty="0"/>
              <a:t>• AFTER INSERT/UPDATE/DELETE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Granularity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ROW-level triggers fire once per row</a:t>
            </a:r>
          </a:p>
          <a:p>
            <a:pPr marL="0" indent="0">
              <a:buNone/>
            </a:pPr>
            <a:r>
              <a:rPr sz="2400" dirty="0"/>
              <a:t>• STATEMENT-level triggers fire once per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BEFORE: validation, transformation</a:t>
            </a:r>
          </a:p>
          <a:p>
            <a:pPr marL="0" indent="0">
              <a:buNone/>
            </a:pPr>
            <a:r>
              <a:rPr dirty="0"/>
              <a:t>• AFTER: auditing, logging, history writes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</Words>
  <Application>Microsoft Office PowerPoint</Application>
  <PresentationFormat>On-screen Show (4:3)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089: DML Trigger Classification</vt:lpstr>
      <vt:lpstr>Objectives</vt:lpstr>
      <vt:lpstr>Trigger Types</vt:lpstr>
      <vt:lpstr>Granularity</vt:lpstr>
      <vt:lpstr>Use Cases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2025-11-13T08:39:20Z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2025-11-13T08:39:20Z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b4081b21-4501-414e-892e-b3dcedade404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