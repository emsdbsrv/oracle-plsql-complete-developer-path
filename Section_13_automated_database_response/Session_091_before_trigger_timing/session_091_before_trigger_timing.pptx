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091: BEFORE Trigger Timing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Execution flow, use‑cases, row vs statement, validations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BEFORE timing</a:t>
            </a:r>
          </a:p>
          <a:p>
            <a:r>
              <a:t>• Validate data before DML</a:t>
            </a:r>
          </a:p>
          <a:p>
            <a:r>
              <a:t>• Modify :NEW values</a:t>
            </a:r>
          </a:p>
          <a:p>
            <a:r>
              <a:t>• Block invalid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Trigger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Fires before DML executes</a:t>
            </a:r>
          </a:p>
          <a:p>
            <a:r>
              <a:t>• Can read/modify :NEW</a:t>
            </a:r>
          </a:p>
          <a:p>
            <a:r>
              <a:t>• Cannot modify :OLD</a:t>
            </a:r>
          </a:p>
          <a:p>
            <a:r>
              <a:t>• Can raise exceptions to stop DML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standardization</a:t>
            </a:r>
          </a:p>
          <a:p>
            <a:r>
              <a:t>• Business rule enforcement</a:t>
            </a:r>
          </a:p>
          <a:p>
            <a:r>
              <a:t>• Security checks</a:t>
            </a:r>
          </a:p>
          <a:p>
            <a:r>
              <a:t>• Preventing restricted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