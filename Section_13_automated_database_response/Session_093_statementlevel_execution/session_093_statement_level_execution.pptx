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093: Statement-Level Execution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statement-level triggers fire once per DML statement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Understand statement-level vs row-level triggers</a:t>
            </a:r>
          </a:p>
          <a:p>
            <a:pPr marL="0" indent="0">
              <a:buNone/>
            </a:pPr>
            <a:r>
              <a:rPr sz="2400" dirty="0"/>
              <a:t>• Learn when statement-level triggers fire</a:t>
            </a:r>
          </a:p>
          <a:p>
            <a:pPr marL="0" indent="0">
              <a:buNone/>
            </a:pPr>
            <a:r>
              <a:rPr sz="2400" dirty="0"/>
              <a:t>• See common use-cases (logging, guardrails)</a:t>
            </a:r>
          </a:p>
          <a:p>
            <a:pPr marL="0" indent="0">
              <a:buNone/>
            </a:pPr>
            <a:r>
              <a:rPr sz="2400" dirty="0"/>
              <a:t>• Design safe, lightweight statement-level logic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Statement-Level Execution?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• Trigger fires once per DML statement</a:t>
            </a:r>
          </a:p>
          <a:p>
            <a:r>
              <a:rPr sz="2400" dirty="0"/>
              <a:t>• Independent of number of rows affected</a:t>
            </a:r>
          </a:p>
          <a:p>
            <a:r>
              <a:rPr sz="2400" dirty="0"/>
              <a:t>• No :NEW or :OLD for each row</a:t>
            </a:r>
          </a:p>
          <a:p>
            <a:r>
              <a:rPr sz="2400" dirty="0"/>
              <a:t>• Can still query target table for aggregates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• High-level logging (who ran an UPDATE)</a:t>
            </a:r>
          </a:p>
          <a:p>
            <a:r>
              <a:rPr sz="2400" dirty="0"/>
              <a:t>• Guardrails (time-based or session-based checks)</a:t>
            </a:r>
          </a:p>
          <a:p>
            <a:r>
              <a:rPr sz="2400" dirty="0"/>
              <a:t>• Summary updates (aggregate counts, totals)</a:t>
            </a:r>
          </a:p>
          <a:p>
            <a:r>
              <a:rPr sz="2400" dirty="0"/>
              <a:t>• Simple audit of DML events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Keep logic minimal to avoid slowing large DML</a:t>
            </a:r>
          </a:p>
          <a:p>
            <a:pPr marL="0" indent="0">
              <a:buNone/>
            </a:pPr>
            <a:r>
              <a:rPr sz="2400" dirty="0"/>
              <a:t>• Avoid row-by-row queries inside the trigger</a:t>
            </a:r>
          </a:p>
          <a:p>
            <a:pPr marL="0" indent="0">
              <a:buNone/>
            </a:pPr>
            <a:r>
              <a:rPr sz="2400" dirty="0"/>
              <a:t>• Do not rely on row-specific :NEW / :OLD values</a:t>
            </a:r>
          </a:p>
          <a:p>
            <a:pPr marL="0" indent="0">
              <a:buNone/>
            </a:pPr>
            <a:r>
              <a:rPr sz="2400" dirty="0"/>
              <a:t>• Use statement-level for coarse-grained events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150</Words>
  <Application>Microsoft Office PowerPoint</Application>
  <PresentationFormat>On-screen Show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093: Statement-Level Execution</vt:lpstr>
      <vt:lpstr>Objectives</vt:lpstr>
      <vt:lpstr>What Is Statement-Level Execution?</vt:lpstr>
      <vt:lpstr>Use Cases</vt:lpstr>
      <vt:lpstr>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2025-11-13T10:51:05Z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2025-11-13T10:51:03Z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a08e3b08-ca4e-4b1c-a61b-8eb04f9405d1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