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094: Row-Level Execution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row-level triggers fire once per affected 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row-level firing logic</a:t>
            </a:r>
          </a:p>
          <a:p>
            <a:pPr marL="0" indent="0">
              <a:buNone/>
            </a:pPr>
            <a:r>
              <a:rPr sz="2400" dirty="0"/>
              <a:t>• Learn :NEW and :OLD usage</a:t>
            </a:r>
          </a:p>
          <a:p>
            <a:pPr marL="0" indent="0">
              <a:buNone/>
            </a:pPr>
            <a:r>
              <a:rPr sz="2400" dirty="0"/>
              <a:t>• See BEFORE/AFTER row operations</a:t>
            </a:r>
          </a:p>
          <a:p>
            <a:pPr marL="0" indent="0">
              <a:buNone/>
            </a:pPr>
            <a:r>
              <a:rPr sz="2400" dirty="0"/>
              <a:t>• Build granular validation and auditing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Fires once per row modified</a:t>
            </a:r>
          </a:p>
          <a:p>
            <a:pPr marL="0" indent="0">
              <a:buNone/>
            </a:pPr>
            <a:r>
              <a:rPr sz="2400" dirty="0"/>
              <a:t>• Access to :OLD and :NEW</a:t>
            </a:r>
          </a:p>
          <a:p>
            <a:pPr marL="0" indent="0">
              <a:buNone/>
            </a:pPr>
            <a:r>
              <a:rPr sz="2400" dirty="0"/>
              <a:t>• Can enforce per-row rules</a:t>
            </a:r>
          </a:p>
          <a:p>
            <a:pPr marL="0" indent="0">
              <a:buNone/>
            </a:pPr>
            <a:r>
              <a:rPr sz="2400" dirty="0"/>
              <a:t>• Ideal for detailed auditing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Salary validations</a:t>
            </a:r>
          </a:p>
          <a:p>
            <a:pPr marL="0" indent="0">
              <a:buNone/>
            </a:pPr>
            <a:r>
              <a:rPr sz="2400" dirty="0"/>
              <a:t>• Per-row history creation</a:t>
            </a:r>
          </a:p>
          <a:p>
            <a:pPr marL="0" indent="0">
              <a:buNone/>
            </a:pPr>
            <a:r>
              <a:rPr sz="2400" dirty="0"/>
              <a:t>• Data cleaning and formatting</a:t>
            </a:r>
          </a:p>
          <a:p>
            <a:pPr marL="0" indent="0">
              <a:buNone/>
            </a:pPr>
            <a:r>
              <a:rPr sz="2400" dirty="0"/>
              <a:t>• Cross-row dependency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Keep logic efficient</a:t>
            </a:r>
          </a:p>
          <a:p>
            <a:r>
              <a:rPr sz="2400" dirty="0"/>
              <a:t>• Avoid heavy SELECTs</a:t>
            </a:r>
          </a:p>
          <a:p>
            <a:r>
              <a:rPr sz="2400" dirty="0"/>
              <a:t>• Use WHEN clause to filter firing</a:t>
            </a:r>
          </a:p>
          <a:p>
            <a:r>
              <a:rPr sz="2400" dirty="0"/>
              <a:t>• Prefer statement-level for bulk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094: Row-Level Execution</vt:lpstr>
      <vt:lpstr>Objectives</vt:lpstr>
      <vt:lpstr>Row-Level Mechanics</vt:lpstr>
      <vt:lpstr>Use Cases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2025-11-13T11:17:54Z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2025-11-13T11:17:54Z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2e03440c-7824-4910-a9c6-aaca2fdc63b0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