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090: DDL and System Triggers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triggers that fire on CREATE, ALTER, DROP, LOGON, LOGOFF, STARTUP, SHUTDOWN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Learn CREATE/ALTER/DROP DDL triggers</a:t>
            </a:r>
          </a:p>
          <a:p>
            <a:pPr marL="0" indent="0">
              <a:buNone/>
            </a:pPr>
            <a:r>
              <a:rPr sz="2400" dirty="0"/>
              <a:t>• Learn SYSTEM triggers: LOGON/LOGOFF/STARTUP/SHUTDOWN</a:t>
            </a:r>
          </a:p>
          <a:p>
            <a:pPr marL="0" indent="0">
              <a:buNone/>
            </a:pPr>
            <a:r>
              <a:rPr sz="2400" dirty="0"/>
              <a:t>• Understand schema-level and database-level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BEFORE CREATE</a:t>
            </a:r>
          </a:p>
          <a:p>
            <a:pPr marL="0" indent="0">
              <a:buNone/>
            </a:pPr>
            <a:r>
              <a:rPr sz="2400" dirty="0"/>
              <a:t>• AFTER CREATE</a:t>
            </a:r>
          </a:p>
          <a:p>
            <a:pPr marL="0" indent="0">
              <a:buNone/>
            </a:pPr>
            <a:r>
              <a:rPr sz="2400" dirty="0"/>
              <a:t>• BEFORE ALTER</a:t>
            </a:r>
          </a:p>
          <a:p>
            <a:pPr marL="0" indent="0">
              <a:buNone/>
            </a:pPr>
            <a:r>
              <a:rPr sz="2400" dirty="0"/>
              <a:t>• AFTER DROP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ON DATABASE LOGON</a:t>
            </a:r>
          </a:p>
          <a:p>
            <a:pPr marL="0" indent="0">
              <a:buNone/>
            </a:pPr>
            <a:r>
              <a:rPr sz="2400" dirty="0"/>
              <a:t>• ON DATABASE LOGOFF</a:t>
            </a:r>
          </a:p>
          <a:p>
            <a:pPr marL="0" indent="0">
              <a:buNone/>
            </a:pPr>
            <a:r>
              <a:rPr sz="2400" dirty="0"/>
              <a:t>• AFTER STARTUP</a:t>
            </a:r>
          </a:p>
          <a:p>
            <a:pPr marL="0" indent="0">
              <a:buNone/>
            </a:pPr>
            <a:r>
              <a:rPr sz="2400" dirty="0"/>
              <a:t>• BEFORE SHUTDOWN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Track schema changes</a:t>
            </a:r>
          </a:p>
          <a:p>
            <a:pPr marL="0" indent="0">
              <a:buNone/>
            </a:pPr>
            <a:r>
              <a:rPr sz="2400" dirty="0"/>
              <a:t>• Audit user logins</a:t>
            </a:r>
          </a:p>
          <a:p>
            <a:pPr marL="0" indent="0">
              <a:buNone/>
            </a:pPr>
            <a:r>
              <a:rPr sz="2400" dirty="0"/>
              <a:t>• Prevent unauthorized DDL</a:t>
            </a:r>
          </a:p>
          <a:p>
            <a:pPr marL="0" indent="0">
              <a:buNone/>
            </a:pPr>
            <a:r>
              <a:rPr sz="2400" dirty="0"/>
              <a:t>• Capture system-wide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090: DDL and System Triggers</vt:lpstr>
      <vt:lpstr>Objectives</vt:lpstr>
      <vt:lpstr>DDL Triggers</vt:lpstr>
      <vt:lpstr>System Triggers</vt:lpstr>
      <vt:lpstr>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2025-11-13T08:45:29Z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2025-11-13T08:45:29Z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81eb06ee-b412-4383-b6a2-e8f31be7e2da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