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059: Subprogram Overloading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 resilient APIs using PL/SQL procedure/function overloading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how PL/SQL resolves overloaded calls</a:t>
            </a:r>
          </a:p>
          <a:p>
            <a:pPr marL="0" indent="0">
              <a:buNone/>
            </a:pPr>
            <a:r>
              <a:rPr dirty="0"/>
              <a:t>• Overload by arity, datatype, parameter mode, and defaulted params</a:t>
            </a:r>
          </a:p>
          <a:p>
            <a:pPr marL="0" indent="0">
              <a:buNone/>
            </a:pPr>
            <a:r>
              <a:rPr dirty="0"/>
              <a:t>• Avoid ambiguous signatures; document error and tie‑break rules</a:t>
            </a:r>
          </a:p>
          <a:p>
            <a:pPr marL="0" indent="0">
              <a:buNone/>
            </a:pPr>
            <a:r>
              <a:rPr dirty="0"/>
              <a:t>• Make overloaded functions SQL‑safe (purity, determinism)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Multiple subprograms share the same name but differ in signature</a:t>
            </a:r>
          </a:p>
          <a:p>
            <a:pPr marL="0" indent="0">
              <a:buNone/>
            </a:pPr>
            <a:r>
              <a:rPr dirty="0"/>
              <a:t>• Caller picks by parameter count, types, modes, and defaults</a:t>
            </a:r>
          </a:p>
          <a:p>
            <a:pPr marL="0" indent="0">
              <a:buNone/>
            </a:pPr>
            <a:r>
              <a:rPr dirty="0"/>
              <a:t>• Improves API ergonomics without leaking implementation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 Ways to Overload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Different number of parameters (arity)</a:t>
            </a:r>
          </a:p>
          <a:p>
            <a:pPr marL="0" indent="0">
              <a:buNone/>
            </a:pPr>
            <a:r>
              <a:rPr dirty="0"/>
              <a:t>• Different datatypes</a:t>
            </a:r>
          </a:p>
          <a:p>
            <a:pPr marL="0" indent="0">
              <a:buNone/>
            </a:pPr>
            <a:r>
              <a:rPr dirty="0"/>
              <a:t>• Different parameter modes (IN/OUT/IN OUT)</a:t>
            </a:r>
          </a:p>
          <a:p>
            <a:pPr marL="0" indent="0">
              <a:buNone/>
            </a:pPr>
            <a:r>
              <a:rPr dirty="0"/>
              <a:t>• Different parameter names do NOT matter for resolution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 Rules (Essentials)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Exact type match preferred over implicit conversion</a:t>
            </a:r>
          </a:p>
          <a:p>
            <a:pPr marL="0" indent="0">
              <a:buNone/>
            </a:pPr>
            <a:r>
              <a:rPr dirty="0"/>
              <a:t>• Named notation binds by parameter name, not position</a:t>
            </a:r>
          </a:p>
          <a:p>
            <a:pPr marL="0" indent="0">
              <a:buNone/>
            </a:pPr>
            <a:r>
              <a:rPr dirty="0"/>
              <a:t>• Defaulted parameters participate in overloading; beware ambiguity</a:t>
            </a:r>
          </a:p>
          <a:p>
            <a:pPr marL="0" indent="0">
              <a:buNone/>
            </a:pPr>
            <a:r>
              <a:rPr dirty="0"/>
              <a:t>• Numeric conversions (NUMBER &lt;-&gt; PLS_INTEGER) may cause 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Thin convenience overloads call a canonical implementation</a:t>
            </a:r>
          </a:p>
          <a:p>
            <a:pPr marL="0" indent="0">
              <a:buNone/>
            </a:pPr>
            <a:r>
              <a:rPr dirty="0"/>
              <a:t>• Use constants and subtype aliases for clarity</a:t>
            </a:r>
          </a:p>
          <a:p>
            <a:pPr marL="0" indent="0">
              <a:buNone/>
            </a:pPr>
            <a:r>
              <a:rPr dirty="0"/>
              <a:t>• Keep SQL‑visible functions DETERMINISTIC and side‑effect free</a:t>
            </a:r>
          </a:p>
          <a:p>
            <a:pPr marL="0" indent="0">
              <a:buNone/>
            </a:pPr>
            <a:r>
              <a:rPr dirty="0"/>
              <a:t>• Provide explicit overloads for common cases (e.g., text vs numeric)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Anti‑Patterns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Ambiguous overloads distinguished only by default values</a:t>
            </a:r>
          </a:p>
          <a:p>
            <a:pPr marL="0" indent="0">
              <a:buNone/>
            </a:pPr>
            <a:r>
              <a:rPr dirty="0"/>
              <a:t>• Hidden side effects in SQL‑visible functions</a:t>
            </a:r>
          </a:p>
          <a:p>
            <a:pPr marL="0" indent="0">
              <a:buNone/>
            </a:pPr>
            <a:r>
              <a:rPr dirty="0"/>
              <a:t>• Overloading solely by parameter names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Unit test positional and named notation cases</a:t>
            </a:r>
          </a:p>
          <a:p>
            <a:pPr marL="0" indent="0">
              <a:buNone/>
            </a:pPr>
            <a:r>
              <a:rPr dirty="0"/>
              <a:t>• Validate implicit numeric conversions</a:t>
            </a:r>
          </a:p>
          <a:p>
            <a:pPr marL="0" indent="0">
              <a:buNone/>
            </a:pPr>
            <a:r>
              <a:rPr dirty="0"/>
              <a:t>• Add negative tests for ambiguity and compile‑time errors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278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Session 059: Subprogram Overloading Techniques</vt:lpstr>
      <vt:lpstr>Objectives</vt:lpstr>
      <vt:lpstr>What is Overloading</vt:lpstr>
      <vt:lpstr>Valid Ways to Overload</vt:lpstr>
      <vt:lpstr>Resolution Rules (Essentials)</vt:lpstr>
      <vt:lpstr>Design Patterns</vt:lpstr>
      <vt:lpstr>Anti‑Patterns</vt:lpstr>
      <vt:lpstr>Testing Guidance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2025-11-12T04:41:23Z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2025-11-12T04:41:23Z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eddadb13-4d92-4fa7-8b6f-a87589955650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