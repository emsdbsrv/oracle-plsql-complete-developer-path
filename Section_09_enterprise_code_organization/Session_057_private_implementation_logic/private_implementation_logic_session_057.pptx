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057: Private Implementation Logic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Encapsulation in PACKAGE BODY: helpers, state, caching, instrumentation, and refactoring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40496" cy="4983162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Encapsulate algorithms and state in PACKAGE BODY</a:t>
            </a:r>
          </a:p>
          <a:p>
            <a:pPr marL="0" indent="0">
              <a:buNone/>
            </a:pPr>
            <a:r>
              <a:rPr dirty="0"/>
              <a:t>• Use private helpers, constants, and caches safely</a:t>
            </a:r>
          </a:p>
          <a:p>
            <a:pPr marL="0" indent="0">
              <a:buNone/>
            </a:pPr>
            <a:r>
              <a:rPr dirty="0"/>
              <a:t>• Implement canonical operations with thin public wrappers</a:t>
            </a:r>
          </a:p>
          <a:p>
            <a:pPr marL="0" indent="0">
              <a:buNone/>
            </a:pPr>
            <a:r>
              <a:rPr dirty="0"/>
              <a:t>• Add diagnostics (debug, counters) without exposing internals</a:t>
            </a:r>
          </a:p>
          <a:p>
            <a:pPr marL="0" indent="0">
              <a:buNone/>
            </a:pPr>
            <a:r>
              <a:rPr dirty="0"/>
              <a:t>• Refactor BODY freely without breaking callers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Lives in BODY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Algorithms, queries, caches, and implementation details</a:t>
            </a:r>
          </a:p>
          <a:p>
            <a:pPr marL="0" indent="0">
              <a:buNone/>
            </a:pPr>
            <a:r>
              <a:rPr dirty="0"/>
              <a:t>• Private constants/variables (session scoped)</a:t>
            </a:r>
          </a:p>
          <a:p>
            <a:pPr marL="0" indent="0">
              <a:buNone/>
            </a:pPr>
            <a:r>
              <a:rPr dirty="0"/>
              <a:t>• Reusable helpers and canonical implementations</a:t>
            </a:r>
          </a:p>
          <a:p>
            <a:pPr marL="0" indent="0">
              <a:buNone/>
            </a:pPr>
            <a:r>
              <a:rPr dirty="0"/>
              <a:t>• Instrumentation: debug(), timers, counters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 and Don’t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DO: keep SPEC minimal; hide changeable details in BODY</a:t>
            </a:r>
          </a:p>
          <a:p>
            <a:pPr marL="0" indent="0">
              <a:buNone/>
            </a:pPr>
            <a:r>
              <a:rPr dirty="0"/>
              <a:t>DO: validate inputs centrally; raise named exceptions</a:t>
            </a:r>
          </a:p>
          <a:p>
            <a:pPr marL="0" indent="0">
              <a:buNone/>
            </a:pPr>
            <a:r>
              <a:rPr dirty="0"/>
              <a:t>DON’T: expose public mutable state</a:t>
            </a:r>
          </a:p>
          <a:p>
            <a:pPr marL="0" indent="0">
              <a:buNone/>
            </a:pPr>
            <a:r>
              <a:rPr dirty="0"/>
              <a:t>DON’T: put heavy logic in SPEC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Private canonical procedure (e.g., </a:t>
            </a:r>
            <a:r>
              <a:rPr dirty="0" err="1"/>
              <a:t>set_amount_canon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• Public wrappers call canonical and remain stable</a:t>
            </a:r>
          </a:p>
          <a:p>
            <a:pPr marL="0" indent="0">
              <a:buNone/>
            </a:pPr>
            <a:r>
              <a:rPr dirty="0"/>
              <a:t>• BODY can evolve (indexes, hints, caching) with no SPEC changes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Caching &amp;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Session caches with associative arrays</a:t>
            </a:r>
          </a:p>
          <a:p>
            <a:pPr marL="0" indent="0">
              <a:buNone/>
            </a:pPr>
            <a:r>
              <a:rPr dirty="0"/>
              <a:t>• Cache invalidation rules</a:t>
            </a:r>
          </a:p>
          <a:p>
            <a:pPr marL="0" indent="0">
              <a:buNone/>
            </a:pPr>
            <a:r>
              <a:rPr dirty="0"/>
              <a:t>• Defensive MAX_ITERS and timeouts for loops</a:t>
            </a:r>
          </a:p>
          <a:p>
            <a:pPr marL="0" indent="0">
              <a:buNone/>
            </a:pPr>
            <a:r>
              <a:rPr dirty="0"/>
              <a:t>• Safe debug toggles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Unit test public API only</a:t>
            </a:r>
          </a:p>
          <a:p>
            <a:r>
              <a:t>• Negative paths for exceptions</a:t>
            </a:r>
          </a:p>
          <a:p>
            <a:r>
              <a:t>• Performance tests with debug disabled</a:t>
            </a:r>
          </a:p>
          <a:p>
            <a:r>
              <a:t>• Verify cache hits/misses by counters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232</Words>
  <Application>Microsoft Office PowerPoint</Application>
  <PresentationFormat>On-screen Show (4:3)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Session 057: Private Implementation Logic</vt:lpstr>
      <vt:lpstr>Objectives</vt:lpstr>
      <vt:lpstr>What Lives in BODY</vt:lpstr>
      <vt:lpstr>Do and Don’t</vt:lpstr>
      <vt:lpstr>Design Pattern</vt:lpstr>
      <vt:lpstr>Caching &amp; Guardrails</vt:lpstr>
      <vt:lpstr>Testing Guidance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2025-11-12T05:18:13Z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2025-11-12T05:18:13Z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2bc3c7ac-99d6-45a1-98f7-0623ab97d099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