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066: Record Assignment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Copy semantics, compatibility, partial mapping, deep vs shallow patterns, and safety guards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 dirty="0"/>
              <a:t>• Understand compatibility rules for RECORD assignment</a:t>
            </a:r>
          </a:p>
          <a:p>
            <a:pPr marL="0" indent="0">
              <a:buNone/>
            </a:pPr>
            <a:r>
              <a:rPr sz="2800" dirty="0"/>
              <a:t>• Perform </a:t>
            </a:r>
            <a:r>
              <a:rPr sz="2800" dirty="0" err="1"/>
              <a:t>table%ROWTYPE</a:t>
            </a:r>
            <a:r>
              <a:rPr sz="2800" dirty="0"/>
              <a:t> ↔ custom RECORD copies safely</a:t>
            </a:r>
          </a:p>
          <a:p>
            <a:pPr marL="0" indent="0">
              <a:buNone/>
            </a:pPr>
            <a:r>
              <a:rPr sz="2800" dirty="0"/>
              <a:t>• Handle projection drift and aliasing with explicit mapping</a:t>
            </a:r>
          </a:p>
          <a:p>
            <a:pPr marL="0" indent="0">
              <a:buNone/>
            </a:pPr>
            <a:r>
              <a:rPr sz="2800" dirty="0"/>
              <a:t>• Compare field-by-field copy vs whole-record assignment</a:t>
            </a:r>
          </a:p>
          <a:p>
            <a:pPr marL="0" indent="0">
              <a:buNone/>
            </a:pPr>
            <a:r>
              <a:rPr sz="2800" dirty="0"/>
              <a:t>• Apply defensive techniques (NULL guards, MAX_ITERS style caps)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Compatible shapes allow direct assignment (v2 := v1)</a:t>
            </a:r>
          </a:p>
          <a:p>
            <a:pPr marL="0" indent="0">
              <a:buNone/>
            </a:pPr>
            <a:r>
              <a:rPr sz="2800" dirty="0"/>
              <a:t>• Mismatched shapes require explicit field copies</a:t>
            </a:r>
          </a:p>
          <a:p>
            <a:pPr marL="0" indent="0">
              <a:buNone/>
            </a:pPr>
            <a:r>
              <a:rPr sz="2800" dirty="0"/>
              <a:t>• </a:t>
            </a:r>
            <a:r>
              <a:rPr sz="2800" dirty="0" err="1"/>
              <a:t>Cursor%ROWTYPE</a:t>
            </a:r>
            <a:r>
              <a:rPr sz="2800" dirty="0"/>
              <a:t> is projection-shaped and alias-dependent</a:t>
            </a:r>
          </a:p>
          <a:p>
            <a:pPr marL="0" indent="0">
              <a:buNone/>
            </a:pPr>
            <a:r>
              <a:rPr sz="2800" dirty="0"/>
              <a:t>• %TYPE anchors keep scalars aligned with columns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Whole-record copy for identical RECORD types</a:t>
            </a:r>
          </a:p>
          <a:p>
            <a:pPr marL="0" indent="0">
              <a:buNone/>
            </a:pPr>
            <a:r>
              <a:rPr sz="2800" dirty="0"/>
              <a:t>• </a:t>
            </a:r>
            <a:r>
              <a:rPr sz="2800" dirty="0" err="1"/>
              <a:t>Table%ROWTYPE</a:t>
            </a:r>
            <a:r>
              <a:rPr sz="2800" dirty="0"/>
              <a:t> loader then selective assignment into API records</a:t>
            </a:r>
          </a:p>
          <a:p>
            <a:pPr marL="0" indent="0">
              <a:buNone/>
            </a:pPr>
            <a:r>
              <a:rPr sz="2800" dirty="0"/>
              <a:t>• Projection-to-table merge (cursor aliases → table fields)</a:t>
            </a:r>
          </a:p>
          <a:p>
            <a:pPr marL="0" indent="0">
              <a:buNone/>
            </a:pPr>
            <a:r>
              <a:rPr sz="2800" dirty="0"/>
              <a:t>• Safe optional-field handling and defaults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Positive: same shapes, subset copies, alias mapping</a:t>
            </a:r>
          </a:p>
          <a:p>
            <a:pPr marL="0" indent="0">
              <a:buNone/>
            </a:pPr>
            <a:r>
              <a:rPr sz="2800" dirty="0"/>
              <a:t>• Negative: missing fields, wrong alias names, NULL sources</a:t>
            </a:r>
          </a:p>
          <a:p>
            <a:pPr marL="0" indent="0">
              <a:buNone/>
            </a:pPr>
            <a:r>
              <a:rPr sz="2800" dirty="0"/>
              <a:t>• Regression: DDL change impact with %ROWTYPE/%TYPE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066: Record Assignment Operations</vt:lpstr>
      <vt:lpstr>Objectives</vt:lpstr>
      <vt:lpstr>Core Ideas</vt:lpstr>
      <vt:lpstr>Patterns</vt:lpstr>
      <vt:lpstr>Testing Matrix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2025-11-12T07:13:56Z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2025-11-12T07:13:56Z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0c498bcd-a47c-434f-b03d-0655caab1bc2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