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067: Procedure Record Parameters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IN, OUT, IN OUT with table%ROWTYPE, cursor%ROWTYPE, and custom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Define RECORD parameters for procedures and functions</a:t>
            </a:r>
          </a:p>
          <a:p>
            <a:pPr marL="0" indent="0">
              <a:buNone/>
            </a:pPr>
            <a:r>
              <a:rPr sz="2800" dirty="0"/>
              <a:t>• Choose IN vs OUT vs IN OUT safely with records</a:t>
            </a:r>
          </a:p>
          <a:p>
            <a:pPr marL="0" indent="0">
              <a:buNone/>
            </a:pPr>
            <a:r>
              <a:rPr sz="2800" dirty="0"/>
              <a:t>• Pass </a:t>
            </a:r>
            <a:r>
              <a:rPr sz="2800" dirty="0" err="1"/>
              <a:t>table%ROWTYPE</a:t>
            </a:r>
            <a:r>
              <a:rPr sz="2800" dirty="0"/>
              <a:t> and custom RECORDs between subprograms</a:t>
            </a:r>
          </a:p>
          <a:p>
            <a:pPr marL="0" indent="0">
              <a:buNone/>
            </a:pPr>
            <a:r>
              <a:rPr sz="2800" dirty="0"/>
              <a:t>• Apply validators and copy rules to avoid shape drift</a:t>
            </a:r>
          </a:p>
          <a:p>
            <a:pPr marL="0" indent="0">
              <a:buNone/>
            </a:pPr>
            <a:r>
              <a:rPr sz="2800" dirty="0"/>
              <a:t>• Build reusable loader/update APIs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IN: caller → callee, callee must not modify state externally</a:t>
            </a:r>
          </a:p>
          <a:p>
            <a:pPr marL="0" indent="0">
              <a:buNone/>
            </a:pPr>
            <a:r>
              <a:rPr sz="2800" dirty="0"/>
              <a:t>• OUT: callee initializes and returns the record</a:t>
            </a:r>
          </a:p>
          <a:p>
            <a:pPr marL="0" indent="0">
              <a:buNone/>
            </a:pPr>
            <a:r>
              <a:rPr sz="2800" dirty="0"/>
              <a:t>• IN OUT: callee mutates record in place; caller sees changes</a:t>
            </a:r>
          </a:p>
          <a:p>
            <a:pPr marL="0" indent="0">
              <a:buNone/>
            </a:pPr>
            <a:r>
              <a:rPr sz="2800" dirty="0"/>
              <a:t>• %TYPE anchors for scalars; %ROWTYPE for table-shaped payloads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Loader(</a:t>
            </a:r>
            <a:r>
              <a:rPr sz="2800" dirty="0" err="1"/>
              <a:t>p_id</a:t>
            </a:r>
            <a:r>
              <a:rPr sz="2800" dirty="0"/>
              <a:t>, </a:t>
            </a:r>
            <a:r>
              <a:rPr sz="2800" dirty="0" err="1"/>
              <a:t>p_rec</a:t>
            </a:r>
            <a:r>
              <a:rPr sz="2800" dirty="0"/>
              <a:t> OUT </a:t>
            </a:r>
            <a:r>
              <a:rPr sz="2800" dirty="0" err="1"/>
              <a:t>t%ROWTYPE</a:t>
            </a:r>
            <a:r>
              <a:rPr sz="2800" dirty="0"/>
              <a:t>)</a:t>
            </a:r>
          </a:p>
          <a:p>
            <a:pPr marL="0" indent="0">
              <a:buNone/>
            </a:pPr>
            <a:r>
              <a:rPr sz="2800" dirty="0"/>
              <a:t>• Updater(</a:t>
            </a:r>
            <a:r>
              <a:rPr sz="2800" dirty="0" err="1"/>
              <a:t>p_rec</a:t>
            </a:r>
            <a:r>
              <a:rPr sz="2800" dirty="0"/>
              <a:t> IN </a:t>
            </a:r>
            <a:r>
              <a:rPr sz="2800" dirty="0" err="1"/>
              <a:t>t%ROWTYPE</a:t>
            </a:r>
            <a:r>
              <a:rPr sz="2800" dirty="0"/>
              <a:t>) with explicit field usage</a:t>
            </a:r>
          </a:p>
          <a:p>
            <a:pPr marL="0" indent="0">
              <a:buNone/>
            </a:pPr>
            <a:r>
              <a:rPr sz="2800" dirty="0"/>
              <a:t>• Mutator(</a:t>
            </a:r>
            <a:r>
              <a:rPr sz="2800" dirty="0" err="1"/>
              <a:t>p_rec</a:t>
            </a:r>
            <a:r>
              <a:rPr sz="2800" dirty="0"/>
              <a:t> IN OUT </a:t>
            </a:r>
            <a:r>
              <a:rPr sz="2800" dirty="0" err="1"/>
              <a:t>t_record</a:t>
            </a:r>
            <a:r>
              <a:rPr sz="2800" dirty="0"/>
              <a:t>) for derived updates</a:t>
            </a:r>
          </a:p>
          <a:p>
            <a:pPr marL="0" indent="0">
              <a:buNone/>
            </a:pPr>
            <a:r>
              <a:rPr sz="2800" dirty="0"/>
              <a:t>• Projection(</a:t>
            </a:r>
            <a:r>
              <a:rPr sz="2800" dirty="0" err="1"/>
              <a:t>cursor%ROWTYPE</a:t>
            </a:r>
            <a:r>
              <a:rPr sz="2800" dirty="0"/>
              <a:t>) to API RECORD mapping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Validate inputs before use (id, flags)</a:t>
            </a:r>
          </a:p>
          <a:p>
            <a:pPr marL="0" indent="0">
              <a:buNone/>
            </a:pPr>
            <a:r>
              <a:rPr sz="2800" dirty="0"/>
              <a:t>• Handle NULLs and defaults explicitly</a:t>
            </a:r>
          </a:p>
          <a:p>
            <a:pPr marL="0" indent="0">
              <a:buNone/>
            </a:pPr>
            <a:r>
              <a:rPr sz="2800" dirty="0"/>
              <a:t>• Regression-proof with field-by-field copies when shapes differ</a:t>
            </a:r>
          </a:p>
          <a:p>
            <a:pPr marL="0" indent="0">
              <a:buNone/>
            </a:pPr>
            <a:r>
              <a:rPr sz="2800" dirty="0"/>
              <a:t>• Unit-style blocks: positive/negative paths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213</Words>
  <Application>Microsoft Office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067: Procedure Record Parameters</vt:lpstr>
      <vt:lpstr>Objectives</vt:lpstr>
      <vt:lpstr>Core Concepts</vt:lpstr>
      <vt:lpstr>Design Patterns</vt:lpstr>
      <vt:lpstr>Safety &amp; Testing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2025-11-12T07:23:17Z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2025-11-12T07:23:17Z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b7a1a9ad-5e93-4e8a-a8b2-eab1db760747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