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064: Custom Record Definitions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Designing user-defined RECORD types, nested composites, mapping and validation using rt_customers and rt_orders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Build custom RECORD types decoupled from tables</a:t>
            </a:r>
          </a:p>
          <a:p>
            <a:pPr marL="0" indent="0">
              <a:buNone/>
            </a:pPr>
            <a:r>
              <a:rPr dirty="0"/>
              <a:t>• Compose nested records for aggregates (customer + orders)</a:t>
            </a:r>
          </a:p>
          <a:p>
            <a:pPr marL="0" indent="0">
              <a:buNone/>
            </a:pPr>
            <a:r>
              <a:rPr dirty="0"/>
              <a:t>• Map between %ROWTYPE and custom RECORDs safely</a:t>
            </a:r>
          </a:p>
          <a:p>
            <a:pPr marL="0" indent="0">
              <a:buNone/>
            </a:pPr>
            <a:r>
              <a:rPr dirty="0"/>
              <a:t>• Validate, initialize, and serialize records</a:t>
            </a:r>
          </a:p>
          <a:p>
            <a:pPr marL="0" indent="0">
              <a:buNone/>
            </a:pPr>
            <a:r>
              <a:rPr dirty="0"/>
              <a:t>• Apply IN/OUT/IN OUT passing semantics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Custom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API stability despite table changes</a:t>
            </a:r>
          </a:p>
          <a:p>
            <a:pPr marL="0" indent="0">
              <a:buNone/>
            </a:pPr>
            <a:r>
              <a:rPr dirty="0"/>
              <a:t>• Encapsulate only the fields you expose</a:t>
            </a:r>
          </a:p>
          <a:p>
            <a:pPr marL="0" indent="0">
              <a:buNone/>
            </a:pPr>
            <a:r>
              <a:rPr dirty="0"/>
              <a:t>• Enable computed/derived fields (totals, flags)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TYPE ... IS RECORD with %TYPE anchors for scalars</a:t>
            </a:r>
          </a:p>
          <a:p>
            <a:pPr marL="0" indent="0">
              <a:buNone/>
            </a:pPr>
            <a:r>
              <a:rPr dirty="0"/>
              <a:t>• Nested RECORDs and reusable subtypes</a:t>
            </a:r>
          </a:p>
          <a:p>
            <a:pPr marL="0" indent="0">
              <a:buNone/>
            </a:pPr>
            <a:r>
              <a:rPr dirty="0"/>
              <a:t>• Constructor/initializer procedures</a:t>
            </a:r>
          </a:p>
          <a:p>
            <a:pPr marL="0" indent="0">
              <a:buNone/>
            </a:pPr>
            <a:r>
              <a:rPr dirty="0"/>
              <a:t>• Mapper utilities (</a:t>
            </a:r>
            <a:r>
              <a:rPr dirty="0" err="1"/>
              <a:t>table%ROWTYPE</a:t>
            </a:r>
            <a:r>
              <a:rPr dirty="0"/>
              <a:t> -&gt; custom RECORD)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Guard nulls and domain values</a:t>
            </a:r>
          </a:p>
          <a:p>
            <a:pPr marL="0" indent="0">
              <a:buNone/>
            </a:pPr>
            <a:r>
              <a:rPr dirty="0"/>
              <a:t>• Document invariants in comments</a:t>
            </a:r>
          </a:p>
          <a:p>
            <a:pPr marL="0" indent="0">
              <a:buNone/>
            </a:pPr>
            <a:r>
              <a:rPr dirty="0"/>
              <a:t>• Prefer explicit field copy when shapes differ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Positive: load, map, mutate, serialize</a:t>
            </a:r>
          </a:p>
          <a:p>
            <a:pPr marL="0" indent="0">
              <a:buNone/>
            </a:pPr>
            <a:r>
              <a:rPr dirty="0"/>
              <a:t>• Negative: invalid input, missing fields, constraint checks</a:t>
            </a:r>
          </a:p>
          <a:p>
            <a:pPr marL="0" indent="0">
              <a:buNone/>
            </a:pPr>
            <a:r>
              <a:rPr dirty="0"/>
              <a:t>• Round-trip between table records and custom records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187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064: Custom Record Definitions</vt:lpstr>
      <vt:lpstr>Objectives</vt:lpstr>
      <vt:lpstr>Why Custom RECORDs</vt:lpstr>
      <vt:lpstr>Design Techniques</vt:lpstr>
      <vt:lpstr>Validation &amp; Safety</vt:lpstr>
      <vt:lpstr>Testing Matrix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2025-11-12T07:01:19Z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2025-11-12T07:01:19Z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6539fd4a-3f10-4447-a41b-0623b8eddd43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