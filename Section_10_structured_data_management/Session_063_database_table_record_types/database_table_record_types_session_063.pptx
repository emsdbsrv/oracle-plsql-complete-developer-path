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063: Database Table Record Types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Mastering %ROWTYPE, %TYPE, and table-shaped records for safe DML patterns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Use table-shaped records via %ROWTYPE for robust DML</a:t>
            </a:r>
          </a:p>
          <a:p>
            <a:pPr marL="0" indent="0">
              <a:buNone/>
            </a:pPr>
            <a:r>
              <a:rPr sz="2800" dirty="0"/>
              <a:t>• Apply %TYPE to stay aligned with column definitions</a:t>
            </a:r>
          </a:p>
          <a:p>
            <a:pPr marL="0" indent="0">
              <a:buNone/>
            </a:pPr>
            <a:r>
              <a:rPr sz="2800" dirty="0"/>
              <a:t>• Move data between tables using compatible record shapes</a:t>
            </a:r>
          </a:p>
          <a:p>
            <a:pPr marL="0" indent="0">
              <a:buNone/>
            </a:pPr>
            <a:r>
              <a:rPr sz="2800" dirty="0"/>
              <a:t>• Combine </a:t>
            </a:r>
            <a:r>
              <a:rPr sz="2800" dirty="0" err="1"/>
              <a:t>table%ROWTYPE</a:t>
            </a:r>
            <a:r>
              <a:rPr sz="2800" dirty="0"/>
              <a:t> with </a:t>
            </a:r>
            <a:r>
              <a:rPr sz="2800" dirty="0" err="1"/>
              <a:t>cursor%ROWTYPE</a:t>
            </a:r>
            <a:r>
              <a:rPr sz="2800" dirty="0"/>
              <a:t> projections</a:t>
            </a:r>
          </a:p>
          <a:p>
            <a:pPr marL="0" indent="0">
              <a:buNone/>
            </a:pPr>
            <a:r>
              <a:rPr sz="2800" dirty="0"/>
              <a:t>• Build reusable loaders and updaters with strong typing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%ROWTYPE and %TYPE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Automatically track schema changes</a:t>
            </a:r>
          </a:p>
          <a:p>
            <a:pPr marL="0" indent="0">
              <a:buNone/>
            </a:pPr>
            <a:r>
              <a:rPr sz="2800" dirty="0"/>
              <a:t>• Reduce mapping bugs and casting errors</a:t>
            </a:r>
          </a:p>
          <a:p>
            <a:pPr marL="0" indent="0">
              <a:buNone/>
            </a:pPr>
            <a:r>
              <a:rPr sz="2800" dirty="0"/>
              <a:t>• Document intent: table-shaped vs projection-shaped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SELECT * INTO </a:t>
            </a:r>
            <a:r>
              <a:rPr sz="2800" dirty="0" err="1"/>
              <a:t>t%ROWTYPE</a:t>
            </a:r>
            <a:endParaRPr sz="2800" dirty="0"/>
          </a:p>
          <a:p>
            <a:pPr marL="0" indent="0">
              <a:buNone/>
            </a:pPr>
            <a:r>
              <a:rPr sz="2800" dirty="0"/>
              <a:t>• Update via record fields (</a:t>
            </a:r>
            <a:r>
              <a:rPr sz="2800" dirty="0" err="1"/>
              <a:t>t.col</a:t>
            </a:r>
            <a:r>
              <a:rPr sz="2800" dirty="0"/>
              <a:t> := ...)</a:t>
            </a:r>
          </a:p>
          <a:p>
            <a:pPr marL="0" indent="0">
              <a:buNone/>
            </a:pPr>
            <a:r>
              <a:rPr sz="2800" dirty="0"/>
              <a:t>• Transfer fields between records (compatible names/types)</a:t>
            </a:r>
          </a:p>
          <a:p>
            <a:pPr marL="0" indent="0">
              <a:buNone/>
            </a:pPr>
            <a:r>
              <a:rPr sz="2800" dirty="0"/>
              <a:t>• Use %TYPE for scalar params to bind to columns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Keep DML grouped on table-shaped records</a:t>
            </a:r>
          </a:p>
          <a:p>
            <a:pPr marL="0" indent="0">
              <a:buNone/>
            </a:pPr>
            <a:r>
              <a:rPr sz="2800" dirty="0"/>
              <a:t>• Prefer explicit field-by-field copies when shapes differ</a:t>
            </a:r>
          </a:p>
          <a:p>
            <a:pPr marL="0" indent="0">
              <a:buNone/>
            </a:pPr>
            <a:r>
              <a:rPr sz="2800" dirty="0"/>
              <a:t>• Avoid SELECT * in APIs unless shapes are stable and owned</a:t>
            </a:r>
          </a:p>
          <a:p>
            <a:pPr marL="0" indent="0">
              <a:buNone/>
            </a:pPr>
            <a:r>
              <a:rPr sz="2800" dirty="0"/>
              <a:t>• Provide loader/update helpers to standardize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Positive: existing row, updated row, inserted row</a:t>
            </a:r>
          </a:p>
          <a:p>
            <a:pPr marL="0" indent="0">
              <a:buNone/>
            </a:pPr>
            <a:r>
              <a:rPr sz="2800" dirty="0"/>
              <a:t>• Negative: no row found, invalid values, constraint checks</a:t>
            </a:r>
          </a:p>
          <a:p>
            <a:pPr marL="0" indent="0">
              <a:buNone/>
            </a:pPr>
            <a:r>
              <a:rPr sz="2800" dirty="0"/>
              <a:t>• Projection drift: cursor aliases vs table columns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210</Words>
  <Application>Microsoft Office PowerPoint</Application>
  <PresentationFormat>On-screen Show (4:3)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Session 063: Database Table Record Types</vt:lpstr>
      <vt:lpstr>Objectives</vt:lpstr>
      <vt:lpstr>Why %ROWTYPE and %TYPE</vt:lpstr>
      <vt:lpstr>Core Patterns</vt:lpstr>
      <vt:lpstr>Design Practices</vt:lpstr>
      <vt:lpstr>Testing Matrix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2025-11-12T06:47:23Z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2025-11-12T06:47:23Z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be368512-0624-4318-bbb0-0f7584f69749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