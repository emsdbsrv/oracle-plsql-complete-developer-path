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062: Record Type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Designing and using PL/SQL records: scalars, %ROWTYPE, nested, assignment, and parameter passing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48472" cy="5111496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Understand PL/SQL RECORD anatomy and memory model</a:t>
            </a:r>
          </a:p>
          <a:p>
            <a:pPr marL="0" indent="0">
              <a:buNone/>
            </a:pPr>
            <a:r>
              <a:rPr dirty="0"/>
              <a:t>• Compare user-defined RECORD vs %ROWTYPE</a:t>
            </a:r>
          </a:p>
          <a:p>
            <a:pPr marL="0" indent="0">
              <a:buNone/>
            </a:pPr>
            <a:r>
              <a:rPr dirty="0"/>
              <a:t>• Build nested/typed records and assign safely</a:t>
            </a:r>
          </a:p>
          <a:p>
            <a:pPr marL="0" indent="0">
              <a:buNone/>
            </a:pPr>
            <a:r>
              <a:rPr dirty="0"/>
              <a:t>• Pass records as parameters and return values</a:t>
            </a:r>
          </a:p>
          <a:p>
            <a:pPr marL="0" indent="0">
              <a:buNone/>
            </a:pPr>
            <a:r>
              <a:rPr dirty="0"/>
              <a:t>• Validate with unit-like examples and guardrails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Records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Group heterogeneous fields into one logical unit</a:t>
            </a:r>
          </a:p>
          <a:p>
            <a:pPr marL="0" indent="0">
              <a:buNone/>
            </a:pPr>
            <a:r>
              <a:rPr dirty="0"/>
              <a:t>• Reduce parameter lists and improve readability</a:t>
            </a:r>
          </a:p>
          <a:p>
            <a:pPr marL="0" indent="0">
              <a:buNone/>
            </a:pPr>
            <a:r>
              <a:rPr dirty="0"/>
              <a:t>• Enable structure-preserving operations and stronger typing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Record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TYPE ... IS RECORD(...) — user-defined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table_name%ROWTYPE</a:t>
            </a:r>
            <a:r>
              <a:rPr dirty="0"/>
              <a:t> — table-shaped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cursor_name%ROWTYPE</a:t>
            </a:r>
            <a:r>
              <a:rPr dirty="0"/>
              <a:t> — cursor-shaped (projection dependent)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Keep names and domains aligned with table columns</a:t>
            </a:r>
          </a:p>
          <a:p>
            <a:pPr marL="0" indent="0">
              <a:buNone/>
            </a:pPr>
            <a:r>
              <a:rPr dirty="0"/>
              <a:t>• Prefer %ROWTYPE when schema-driven; custom RECORD for decoupling</a:t>
            </a:r>
          </a:p>
          <a:p>
            <a:pPr marL="0" indent="0">
              <a:buNone/>
            </a:pPr>
            <a:r>
              <a:rPr dirty="0"/>
              <a:t>• Initialize explicitly; beware of NULL fields</a:t>
            </a:r>
          </a:p>
          <a:p>
            <a:pPr marL="0" indent="0">
              <a:buNone/>
            </a:pPr>
            <a:r>
              <a:rPr dirty="0"/>
              <a:t>• Use safe assignments; document field-level semantics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Parameter Passing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IN: read-only snapshot of a record</a:t>
            </a:r>
          </a:p>
          <a:p>
            <a:pPr marL="0" indent="0">
              <a:buNone/>
            </a:pPr>
            <a:r>
              <a:rPr dirty="0"/>
              <a:t>• OUT: caller receives populated record</a:t>
            </a:r>
          </a:p>
          <a:p>
            <a:pPr marL="0" indent="0">
              <a:buNone/>
            </a:pPr>
            <a:r>
              <a:rPr dirty="0"/>
              <a:t>• IN OUT: two-way mutation; use sparingly</a:t>
            </a:r>
          </a:p>
          <a:p>
            <a:pPr marL="0" indent="0">
              <a:buNone/>
            </a:pPr>
            <a:r>
              <a:rPr dirty="0"/>
              <a:t>• Prefer small immutable records for clarity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and Tooling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Print field values for traceability</a:t>
            </a:r>
          </a:p>
          <a:p>
            <a:r>
              <a:t>• Validate assign/copy semantics</a:t>
            </a:r>
          </a:p>
          <a:p>
            <a:r>
              <a:t>• Compare %ROWTYPE vs custom RECORD portability</a:t>
            </a:r>
          </a:p>
          <a:p>
            <a:r>
              <a:t>• Add negative tests for missing fields and NULL handling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226</Words>
  <Application>Microsoft Office PowerPoint</Application>
  <PresentationFormat>On-screen Show (4:3)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Session 062: Record Type Architecture</vt:lpstr>
      <vt:lpstr>Objectives</vt:lpstr>
      <vt:lpstr>Why Records</vt:lpstr>
      <vt:lpstr>Record Sources</vt:lpstr>
      <vt:lpstr>Design Practices</vt:lpstr>
      <vt:lpstr>Parameter Passing</vt:lpstr>
      <vt:lpstr>Testing and Tooling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2025-11-12T06:42:10Z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2025-11-12T06:42:08Z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9c944978-bcdc-4295-bebe-fc73652ed5c3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