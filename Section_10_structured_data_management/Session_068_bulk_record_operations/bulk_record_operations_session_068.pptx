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068: Bulk Record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BULK COLLECT, FORALL, SAVE EXCEPTIONS, LIMIT batching, and array processing with records using rt_orders and rt_orders_log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Load arrays of records with BULK COLLECT (from table and cursor)</a:t>
            </a:r>
          </a:p>
          <a:p>
            <a:pPr marL="0" indent="0">
              <a:buNone/>
            </a:pPr>
            <a:r>
              <a:rPr sz="2800" dirty="0"/>
              <a:t>• Apply batched DML with FORALL and SAVE EXCEPTIONS</a:t>
            </a:r>
          </a:p>
          <a:p>
            <a:pPr marL="0" indent="0">
              <a:buNone/>
            </a:pPr>
            <a:r>
              <a:rPr sz="2800" dirty="0"/>
              <a:t>• Use LIMIT to balance memory and redo</a:t>
            </a:r>
          </a:p>
          <a:p>
            <a:pPr marL="0" indent="0">
              <a:buNone/>
            </a:pPr>
            <a:r>
              <a:rPr sz="2800" dirty="0"/>
              <a:t>• Capture row-by-row errors without stopping the batch</a:t>
            </a:r>
          </a:p>
          <a:p>
            <a:pPr marL="0" indent="0">
              <a:buNone/>
            </a:pPr>
            <a:r>
              <a:rPr sz="2800" dirty="0"/>
              <a:t>• Compare array-of-scalar vs RECORD-based collections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Base: </a:t>
            </a:r>
            <a:r>
              <a:rPr sz="2800" dirty="0" err="1"/>
              <a:t>rt_orders</a:t>
            </a:r>
            <a:r>
              <a:rPr sz="2800" dirty="0"/>
              <a:t>(</a:t>
            </a:r>
            <a:r>
              <a:rPr sz="2800" dirty="0" err="1"/>
              <a:t>order_id</a:t>
            </a:r>
            <a:r>
              <a:rPr sz="2800" dirty="0"/>
              <a:t>, </a:t>
            </a:r>
            <a:r>
              <a:rPr sz="2800" dirty="0" err="1"/>
              <a:t>customer_id</a:t>
            </a:r>
            <a:r>
              <a:rPr sz="2800" dirty="0"/>
              <a:t>, </a:t>
            </a:r>
            <a:r>
              <a:rPr sz="2800" dirty="0" err="1"/>
              <a:t>item_name</a:t>
            </a:r>
            <a:r>
              <a:rPr sz="2800" dirty="0"/>
              <a:t>, qty, </a:t>
            </a:r>
            <a:r>
              <a:rPr sz="2800" dirty="0" err="1"/>
              <a:t>unit_price</a:t>
            </a:r>
            <a:r>
              <a:rPr sz="2800" dirty="0"/>
              <a:t>, status, </a:t>
            </a:r>
            <a:r>
              <a:rPr sz="2800" dirty="0" err="1"/>
              <a:t>created_at</a:t>
            </a:r>
            <a:r>
              <a:rPr sz="2800" dirty="0"/>
              <a:t>)</a:t>
            </a:r>
          </a:p>
          <a:p>
            <a:pPr marL="0" indent="0">
              <a:buNone/>
            </a:pPr>
            <a:r>
              <a:rPr sz="2800" dirty="0"/>
              <a:t>• Log:  </a:t>
            </a:r>
            <a:r>
              <a:rPr sz="2800" dirty="0" err="1"/>
              <a:t>rt_orders_log</a:t>
            </a:r>
            <a:r>
              <a:rPr sz="2800" dirty="0"/>
              <a:t>(</a:t>
            </a:r>
            <a:r>
              <a:rPr sz="2800" dirty="0" err="1"/>
              <a:t>log_id</a:t>
            </a:r>
            <a:r>
              <a:rPr sz="2800" dirty="0"/>
              <a:t>, </a:t>
            </a:r>
            <a:r>
              <a:rPr sz="2800" dirty="0" err="1"/>
              <a:t>order_id</a:t>
            </a:r>
            <a:r>
              <a:rPr sz="2800" dirty="0"/>
              <a:t>, action, msg, </a:t>
            </a:r>
            <a:r>
              <a:rPr sz="2800" dirty="0" err="1"/>
              <a:t>created_at</a:t>
            </a:r>
            <a:r>
              <a:rPr sz="2800" dirty="0"/>
              <a:t>)</a:t>
            </a:r>
          </a:p>
          <a:p>
            <a:pPr marL="0" indent="0">
              <a:buNone/>
            </a:pPr>
            <a:r>
              <a:rPr sz="2800" dirty="0"/>
              <a:t>• Status transitions: NEW → PAID → CANCELLED (for demo)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Cursor FOR LOOP + BULK COLLECT LIMIT</a:t>
            </a:r>
          </a:p>
          <a:p>
            <a:pPr marL="0" indent="0">
              <a:buNone/>
            </a:pPr>
            <a:r>
              <a:rPr sz="2800" dirty="0"/>
              <a:t>• FORALL ... UPDATE/INSERT/DELETE</a:t>
            </a:r>
          </a:p>
          <a:p>
            <a:pPr marL="0" indent="0">
              <a:buNone/>
            </a:pPr>
            <a:r>
              <a:rPr sz="2800" dirty="0"/>
              <a:t>• SAVE EXCEPTIONS → SQL%BULK_EXCEPTIONS</a:t>
            </a:r>
          </a:p>
          <a:p>
            <a:pPr marL="0" indent="0">
              <a:buNone/>
            </a:pPr>
            <a:r>
              <a:rPr sz="2800" dirty="0"/>
              <a:t>• Derived computations during batching (qty/price)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Start with small LIMIT (100–1000), tune by AWR/ASH</a:t>
            </a:r>
          </a:p>
          <a:p>
            <a:pPr marL="0" indent="0">
              <a:buNone/>
            </a:pPr>
            <a:r>
              <a:rPr sz="2800" dirty="0"/>
              <a:t>• Wrap batches in manageable commits; beware of partial commits</a:t>
            </a:r>
          </a:p>
          <a:p>
            <a:pPr marL="0" indent="0">
              <a:buNone/>
            </a:pPr>
            <a:r>
              <a:rPr sz="2800" dirty="0"/>
              <a:t>• Log failures to an audit table for investigation</a:t>
            </a:r>
          </a:p>
          <a:p>
            <a:pPr marL="0" indent="0">
              <a:buNone/>
            </a:pPr>
            <a:r>
              <a:rPr sz="2800" dirty="0"/>
              <a:t>• Use deterministic ordering for id ranges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228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068: Bulk Record Operations</vt:lpstr>
      <vt:lpstr>Objectives</vt:lpstr>
      <vt:lpstr>Data Model</vt:lpstr>
      <vt:lpstr>Key Patterns</vt:lpstr>
      <vt:lpstr>Operational Guidance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2025-11-12T11:47:47Z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2025-11-12T11:47:27Z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9a97cc1b-050a-4f8e-890c-4c8f5544069f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