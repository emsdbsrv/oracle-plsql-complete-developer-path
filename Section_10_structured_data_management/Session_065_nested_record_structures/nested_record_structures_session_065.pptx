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065: Nested Record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multi-level PL/SQL RECORDs with nested table collections using rt_customers and rt_orders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Compose multi-level RECORDs with reusable </a:t>
            </a:r>
            <a:r>
              <a:rPr sz="2800" dirty="0" err="1"/>
              <a:t>subrecords</a:t>
            </a:r>
            <a:endParaRPr sz="2800" dirty="0"/>
          </a:p>
          <a:p>
            <a:pPr marL="0" indent="0">
              <a:buNone/>
            </a:pPr>
            <a:r>
              <a:rPr sz="2800" dirty="0"/>
              <a:t>• Embed TABLE OF record collections for one-to-many relations</a:t>
            </a:r>
          </a:p>
          <a:p>
            <a:pPr marL="0" indent="0">
              <a:buNone/>
            </a:pPr>
            <a:r>
              <a:rPr sz="2800" dirty="0"/>
              <a:t>• Map table/cursor rows into nested composites</a:t>
            </a:r>
          </a:p>
          <a:p>
            <a:pPr marL="0" indent="0">
              <a:buNone/>
            </a:pPr>
            <a:r>
              <a:rPr sz="2800" dirty="0"/>
              <a:t>• Serialize, print, and validate nested structures</a:t>
            </a:r>
          </a:p>
          <a:p>
            <a:pPr marL="0" indent="0">
              <a:buNone/>
            </a:pPr>
            <a:r>
              <a:rPr sz="2800" dirty="0"/>
              <a:t>• Apply IN/OUT/IN OUT safely with deep copies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Building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TYPE ... IS RECORD (</a:t>
            </a:r>
            <a:r>
              <a:rPr sz="2800" dirty="0" err="1"/>
              <a:t>subrecord</a:t>
            </a:r>
            <a:r>
              <a:rPr sz="2800" dirty="0"/>
              <a:t> RECORD, collection TABLE OF RECORD)</a:t>
            </a:r>
          </a:p>
          <a:p>
            <a:pPr marL="0" indent="0">
              <a:buNone/>
            </a:pPr>
            <a:r>
              <a:rPr sz="2800" dirty="0"/>
              <a:t>• Subtypes using %TYPE anchors for scalar stability</a:t>
            </a:r>
          </a:p>
          <a:p>
            <a:pPr marL="0" indent="0">
              <a:buNone/>
            </a:pPr>
            <a:r>
              <a:rPr sz="2800" dirty="0"/>
              <a:t>• Loader procedures that populate nested collections</a:t>
            </a:r>
          </a:p>
          <a:p>
            <a:pPr marL="0" indent="0">
              <a:buNone/>
            </a:pPr>
            <a:r>
              <a:rPr sz="2800" dirty="0"/>
              <a:t>• Serializer utilities for traceable debugging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• Keep constructors and validators in one place</a:t>
            </a:r>
          </a:p>
          <a:p>
            <a:r>
              <a:rPr sz="2800" dirty="0"/>
              <a:t>• Avoid partial initialization; document invariants</a:t>
            </a:r>
          </a:p>
          <a:p>
            <a:r>
              <a:rPr sz="2800" dirty="0"/>
              <a:t>• Use explicit loops when copying between shapes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Positive: 0 orders, multiple orders, mixed statuses</a:t>
            </a:r>
          </a:p>
          <a:p>
            <a:pPr marL="0" indent="0">
              <a:buNone/>
            </a:pPr>
            <a:r>
              <a:rPr sz="2800" dirty="0"/>
              <a:t>• Negative: invalid flags, empty collections, null fields</a:t>
            </a:r>
          </a:p>
          <a:p>
            <a:pPr marL="0" indent="0">
              <a:buNone/>
            </a:pPr>
            <a:r>
              <a:rPr sz="2800" dirty="0"/>
              <a:t>• Performance sanity: avoid unnecessary SELECT 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167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065: Nested Record Structures</vt:lpstr>
      <vt:lpstr>Objectives</vt:lpstr>
      <vt:lpstr>Key Building Blocks</vt:lpstr>
      <vt:lpstr>Design Practices</vt:lpstr>
      <vt:lpstr>Testing Matrix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2025-11-12T07:08:57Z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2025-11-12T07:08:57Z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670b299c-3831-4617-a88c-b7e3230be1b7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