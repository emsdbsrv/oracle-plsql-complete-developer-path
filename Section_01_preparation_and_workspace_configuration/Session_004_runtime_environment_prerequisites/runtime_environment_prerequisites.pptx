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Session 004: Runtime Environment Prerequisites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Oracle PL/SQL Complete Developer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Identify software dependencies</a:t>
            </a:r>
          </a:p>
          <a:p>
            <a:pPr marL="0" indent="0">
              <a:buNone/>
            </a:pPr>
            <a:r>
              <a:rPr dirty="0"/>
              <a:t>- Configure Oracle environment variables</a:t>
            </a:r>
          </a:p>
          <a:p>
            <a:pPr marL="0" indent="0">
              <a:buNone/>
            </a:pPr>
            <a:r>
              <a:rPr dirty="0"/>
              <a:t>- Validate SQL*Plus and SQL Developer setup</a:t>
            </a:r>
          </a:p>
          <a:p>
            <a:pPr marL="0" indent="0">
              <a:buNone/>
            </a:pPr>
            <a:r>
              <a:rPr dirty="0"/>
              <a:t>- (Optional) Integrate AI-assisted tools for productivity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Required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Oracle Client – SQL*Plus, </a:t>
            </a:r>
            <a:r>
              <a:rPr dirty="0" err="1"/>
              <a:t>expdp</a:t>
            </a:r>
            <a:r>
              <a:rPr dirty="0"/>
              <a:t>, </a:t>
            </a:r>
            <a:r>
              <a:rPr dirty="0" err="1"/>
              <a:t>impdp</a:t>
            </a:r>
            <a:endParaRPr dirty="0"/>
          </a:p>
          <a:p>
            <a:pPr marL="0" indent="0">
              <a:buNone/>
            </a:pPr>
            <a:r>
              <a:rPr dirty="0"/>
              <a:t>SQL Developer – GUI IDE for Oracle</a:t>
            </a:r>
          </a:p>
          <a:p>
            <a:pPr marL="0" indent="0">
              <a:buNone/>
            </a:pPr>
            <a:r>
              <a:rPr dirty="0"/>
              <a:t>VS Code – Lightweight coding editor</a:t>
            </a:r>
          </a:p>
          <a:p>
            <a:pPr marL="0" indent="0">
              <a:buNone/>
            </a:pPr>
            <a:r>
              <a:rPr dirty="0"/>
              <a:t>Git – Version control system</a:t>
            </a:r>
          </a:p>
          <a:p>
            <a:pPr marL="0" indent="0">
              <a:buNone/>
            </a:pPr>
            <a:r>
              <a:rPr dirty="0"/>
              <a:t>Environment Variables – ORACLE_HOME, TNS_ADMIN</a:t>
            </a:r>
          </a:p>
          <a:p>
            <a:pPr marL="0" indent="0">
              <a:buNone/>
            </a:pPr>
            <a:r>
              <a:rPr dirty="0"/>
              <a:t>(Optional) GitHub Copilot – AI code suggestion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 Variables (Linux/macOS)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48472" cy="5157216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export ORACLE_HOME=/u01/app/oracle/product/19.3.0/dbhome_1</a:t>
            </a:r>
          </a:p>
          <a:p>
            <a:pPr marL="0" indent="0">
              <a:buNone/>
            </a:pPr>
            <a:r>
              <a:rPr dirty="0"/>
              <a:t>export PATH=$PATH:$ORACLE_HOME/bin</a:t>
            </a:r>
          </a:p>
          <a:p>
            <a:pPr marL="0" indent="0">
              <a:buNone/>
            </a:pPr>
            <a:r>
              <a:rPr dirty="0"/>
              <a:t>export ORACLE_SID=ORCL</a:t>
            </a:r>
          </a:p>
          <a:p>
            <a:pPr marL="0" indent="0">
              <a:buNone/>
            </a:pPr>
            <a:r>
              <a:rPr dirty="0"/>
              <a:t>export TNS_ADMIN=$ORACLE_HOME/network/admin</a:t>
            </a:r>
          </a:p>
          <a:p>
            <a:pPr marL="0" indent="0">
              <a:buNone/>
            </a:pPr>
            <a:r>
              <a:rPr dirty="0"/>
              <a:t>source ~/.</a:t>
            </a:r>
            <a:r>
              <a:rPr dirty="0" err="1"/>
              <a:t>bashrc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 Variables (Windows)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err="1"/>
              <a:t>setx</a:t>
            </a:r>
            <a:r>
              <a:rPr dirty="0"/>
              <a:t> ORACLE_HOME "C:\app\oracle\product\19.3.0\dbhome_1"</a:t>
            </a:r>
          </a:p>
          <a:p>
            <a:pPr marL="0" indent="0">
              <a:buNone/>
            </a:pPr>
            <a:r>
              <a:rPr dirty="0" err="1"/>
              <a:t>setx</a:t>
            </a:r>
            <a:r>
              <a:rPr dirty="0"/>
              <a:t> PATH "%PATH%;%ORACLE_HOME%\bin"</a:t>
            </a:r>
          </a:p>
          <a:p>
            <a:pPr marL="0" indent="0">
              <a:buNone/>
            </a:pPr>
            <a:r>
              <a:rPr dirty="0" err="1"/>
              <a:t>setx</a:t>
            </a:r>
            <a:r>
              <a:rPr dirty="0"/>
              <a:t> TNS_ADMIN "%ORACLE_HOME%\network\admin"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Connectivity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err="1"/>
              <a:t>sqlplus</a:t>
            </a:r>
            <a:r>
              <a:rPr dirty="0"/>
              <a:t> </a:t>
            </a:r>
            <a:r>
              <a:rPr dirty="0" err="1"/>
              <a:t>plsql_lab</a:t>
            </a:r>
            <a:r>
              <a:rPr dirty="0"/>
              <a:t>/oracle123@localhost:1521/xepdb1</a:t>
            </a:r>
          </a:p>
          <a:p>
            <a:pPr marL="0" indent="0">
              <a:buNone/>
            </a:pPr>
            <a:r>
              <a:rPr dirty="0"/>
              <a:t>or connect via SQL Developer:</a:t>
            </a:r>
          </a:p>
          <a:p>
            <a:pPr marL="0" indent="0">
              <a:buNone/>
            </a:pPr>
            <a:r>
              <a:rPr dirty="0"/>
              <a:t>- Host: localhost, Port: 1521</a:t>
            </a:r>
          </a:p>
          <a:p>
            <a:pPr marL="0" indent="0">
              <a:buNone/>
            </a:pPr>
            <a:r>
              <a:rPr dirty="0"/>
              <a:t>- Service: xepdb1, User: </a:t>
            </a:r>
            <a:r>
              <a:rPr dirty="0" err="1"/>
              <a:t>plsql_lab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Script: environment_validation.sql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SELECT </a:t>
            </a:r>
            <a:r>
              <a:rPr dirty="0" err="1"/>
              <a:t>sys_context</a:t>
            </a:r>
            <a:r>
              <a:rPr dirty="0"/>
              <a:t>('USERENV','SESSION_USER') FROM dual;</a:t>
            </a:r>
          </a:p>
          <a:p>
            <a:pPr marL="0" indent="0">
              <a:buNone/>
            </a:pPr>
            <a:r>
              <a:rPr dirty="0"/>
              <a:t>SELECT * FROM </a:t>
            </a:r>
            <a:r>
              <a:rPr dirty="0" err="1"/>
              <a:t>v$version</a:t>
            </a:r>
            <a:r>
              <a:rPr dirty="0"/>
              <a:t> WHERE </a:t>
            </a:r>
            <a:r>
              <a:rPr dirty="0" err="1"/>
              <a:t>rownum</a:t>
            </a:r>
            <a:r>
              <a:rPr dirty="0"/>
              <a:t> &lt;= 2;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VS Code Setup (Optional AI Integration)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Install Oracle Developer Tools &amp; </a:t>
            </a:r>
            <a:r>
              <a:rPr dirty="0" err="1"/>
              <a:t>SQLTools</a:t>
            </a:r>
            <a:endParaRPr dirty="0"/>
          </a:p>
          <a:p>
            <a:pPr marL="0" indent="0">
              <a:buNone/>
            </a:pPr>
            <a:r>
              <a:rPr dirty="0"/>
              <a:t>- Create workspace folder</a:t>
            </a:r>
          </a:p>
          <a:p>
            <a:pPr marL="0" indent="0">
              <a:buNone/>
            </a:pPr>
            <a:r>
              <a:rPr dirty="0"/>
              <a:t>- (Optional) Enable GitHub Copilot or ChatGPT extensions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Troubleshooting Common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ORA-12154 → Check TNS alias</a:t>
            </a:r>
          </a:p>
          <a:p>
            <a:r>
              <a:t>ORA-12514 → Start listener</a:t>
            </a:r>
          </a:p>
          <a:p>
            <a:r>
              <a:t>ORA-01017 → Verify credentials</a:t>
            </a:r>
          </a:p>
          <a:p>
            <a:r>
              <a:t>ORA-28000 → Unlock account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Environment variables configured</a:t>
            </a:r>
          </a:p>
          <a:p>
            <a:r>
              <a:t>Connectivity verified</a:t>
            </a:r>
          </a:p>
          <a:p>
            <a:r>
              <a:t>AI tools optional for advanced use</a:t>
            </a:r>
          </a:p>
          <a:p>
            <a:r>
              <a:t>Next: Visual Query Tool Configuration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334</Words>
  <Application>Microsoft Office PowerPoint</Application>
  <PresentationFormat>On-screen Show (4:3)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Session 004: Runtime Environment Prerequisites</vt:lpstr>
      <vt:lpstr>Session Objectives</vt:lpstr>
      <vt:lpstr>Required Components</vt:lpstr>
      <vt:lpstr>Environment Variables (Linux/macOS)</vt:lpstr>
      <vt:lpstr>Environment Variables (Windows)</vt:lpstr>
      <vt:lpstr>Database Connectivity Testing</vt:lpstr>
      <vt:lpstr>Demo Script: environment_validation.sql</vt:lpstr>
      <vt:lpstr>VS Code Setup (Optional AI Integration)</vt:lpstr>
      <vt:lpstr>Troubleshooting Common Issues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2025-11-05T16:16:39Z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2025-11-05T16:16:39Z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5a5fde38-813b-4dc1-b1cd-85878d445102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