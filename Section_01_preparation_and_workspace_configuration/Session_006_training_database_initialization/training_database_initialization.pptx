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006: Training Database Initialization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Create and configure a dedicated training schema</a:t>
            </a:r>
          </a:p>
          <a:p>
            <a:r>
              <a:rPr dirty="0"/>
              <a:t>- Initialize base tables and sequences for labs</a:t>
            </a:r>
          </a:p>
          <a:p>
            <a:r>
              <a:rPr dirty="0"/>
              <a:t>- Verify user privileges and quotas</a:t>
            </a:r>
          </a:p>
          <a:p>
            <a:r>
              <a:rPr dirty="0"/>
              <a:t>- (Optional) Load sample datasets for advanced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session sets up the 'training' schema used across all course labs.</a:t>
            </a:r>
          </a:p>
          <a:p>
            <a:r>
              <a:rPr dirty="0"/>
              <a:t>Includes user creation, permissions, and validation queries.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the Training User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 USER training IDENTIFIED BY training123;</a:t>
            </a:r>
          </a:p>
          <a:p>
            <a:r>
              <a:rPr dirty="0"/>
              <a:t>GRANT CONNECT, RESOURCE TO training;</a:t>
            </a:r>
          </a:p>
          <a:p>
            <a:r>
              <a:rPr dirty="0"/>
              <a:t>ALTER USER training QUOTA UNLIMITED ON USERS;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Table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CREATE TABLE employees (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emp_id</a:t>
            </a:r>
            <a:r>
              <a:rPr dirty="0"/>
              <a:t> NUMBER PRIMARY KEY,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emp_name</a:t>
            </a:r>
            <a:r>
              <a:rPr dirty="0"/>
              <a:t> VARCHAR2(50),</a:t>
            </a:r>
          </a:p>
          <a:p>
            <a:pPr marL="0" indent="0">
              <a:buNone/>
            </a:pPr>
            <a:r>
              <a:rPr dirty="0"/>
              <a:t>  </a:t>
            </a:r>
            <a:r>
              <a:rPr dirty="0" err="1"/>
              <a:t>hire_date</a:t>
            </a:r>
            <a:r>
              <a:rPr dirty="0"/>
              <a:t> DATE,</a:t>
            </a:r>
          </a:p>
          <a:p>
            <a:pPr marL="0" indent="0">
              <a:buNone/>
            </a:pPr>
            <a:r>
              <a:rPr dirty="0"/>
              <a:t>  salary NUMBER(10,2)</a:t>
            </a:r>
          </a:p>
          <a:p>
            <a:pPr marL="0" indent="0">
              <a:buNone/>
            </a:pPr>
            <a:r>
              <a:rPr dirty="0"/>
              <a:t>);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CREATE SEQUENCE </a:t>
            </a:r>
            <a:r>
              <a:rPr dirty="0" err="1"/>
              <a:t>emp_seq</a:t>
            </a:r>
            <a:r>
              <a:rPr dirty="0"/>
              <a:t> START WITH 1001 INCREMENT BY 1;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Initialization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INSERT INTO employees VALUES (</a:t>
            </a:r>
            <a:r>
              <a:rPr dirty="0" err="1"/>
              <a:t>emp_seq.NEXTVAL</a:t>
            </a:r>
            <a:r>
              <a:rPr dirty="0"/>
              <a:t>, 'John Doe', SYSDATE, 55000);</a:t>
            </a:r>
          </a:p>
          <a:p>
            <a:pPr marL="0" indent="0">
              <a:buNone/>
            </a:pPr>
            <a:r>
              <a:rPr dirty="0"/>
              <a:t>INSERT INTO employees VALUES (</a:t>
            </a:r>
            <a:r>
              <a:rPr dirty="0" err="1"/>
              <a:t>emp_seq.NEXTVAL</a:t>
            </a:r>
            <a:r>
              <a:rPr dirty="0"/>
              <a:t>, 'Jane Smith', SYSDATE, 62000);</a:t>
            </a:r>
          </a:p>
          <a:p>
            <a:pPr marL="0" indent="0">
              <a:buNone/>
            </a:pPr>
            <a:r>
              <a:rPr dirty="0"/>
              <a:t>COMMIT;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SELECT COUNT(*) FROM employees;</a:t>
            </a:r>
          </a:p>
          <a:p>
            <a:pPr marL="0" indent="0">
              <a:buNone/>
            </a:pPr>
            <a:r>
              <a:rPr dirty="0"/>
              <a:t>SELECT * FROM employees WHERE ROWNUM &lt;= 5;</a:t>
            </a:r>
          </a:p>
          <a:p>
            <a:pPr marL="0" indent="0">
              <a:buNone/>
            </a:pPr>
            <a:r>
              <a:rPr dirty="0"/>
              <a:t>SELECT username, </a:t>
            </a:r>
            <a:r>
              <a:rPr dirty="0" err="1"/>
              <a:t>account_status</a:t>
            </a:r>
            <a:r>
              <a:rPr dirty="0"/>
              <a:t> FROM </a:t>
            </a:r>
            <a:r>
              <a:rPr dirty="0" err="1"/>
              <a:t>dba_users</a:t>
            </a:r>
            <a:r>
              <a:rPr dirty="0"/>
              <a:t> WHERE username='TRAINING';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Load Sample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Use Oracle sample schemas (HR, OE, SH) or import data from CSV:</a:t>
            </a:r>
          </a:p>
          <a:p>
            <a:pPr marL="0" indent="0">
              <a:buNone/>
            </a:pPr>
            <a:r>
              <a:rPr dirty="0"/>
              <a:t>SQL Developer → Tools → Database Import → Data Import Wizard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Troubleshooting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ORA-01920 → User already exists → DROP USER training CASCADE;</a:t>
            </a:r>
          </a:p>
          <a:p>
            <a:r>
              <a:t>ORA-01031 → Insufficient privileges → CONNECT AS SYSDBA;</a:t>
            </a:r>
          </a:p>
          <a:p>
            <a:r>
              <a:t>ORA-01950 → No quota → ALTER USER training QUOTA UNLIMITED ON USERS;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schema initialized successfully.</a:t>
            </a:r>
          </a:p>
          <a:p>
            <a:r>
              <a:t>Tables, sequences, and sample data created.</a:t>
            </a:r>
          </a:p>
          <a:p>
            <a:r>
              <a:t>Next: Hands-On Lab Resources Setup.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305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Session 006: Training Database Initialization</vt:lpstr>
      <vt:lpstr>Session Objectives</vt:lpstr>
      <vt:lpstr>Overview</vt:lpstr>
      <vt:lpstr>Creating the Training User</vt:lpstr>
      <vt:lpstr>Base Table Setup</vt:lpstr>
      <vt:lpstr>Data Initialization</vt:lpstr>
      <vt:lpstr>Validation Queries</vt:lpstr>
      <vt:lpstr>Optional: Load Sample Data</vt:lpstr>
      <vt:lpstr>Troubleshooting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2025-11-05T16:35:29Z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2025-11-05T16:35:29Z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84a65114-8d8d-4941-8cb8-9e45baa1c6e8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