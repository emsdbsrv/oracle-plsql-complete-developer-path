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001: Course Navigation and Success Blueprint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Understand overall course structure</a:t>
            </a:r>
          </a:p>
          <a:p>
            <a:pPr marL="0" indent="0">
              <a:buNone/>
            </a:pPr>
            <a:r>
              <a:rPr dirty="0"/>
              <a:t>- Prepare Oracle PL/SQL workspace</a:t>
            </a:r>
          </a:p>
          <a:p>
            <a:pPr marL="0" indent="0">
              <a:buNone/>
            </a:pPr>
            <a:r>
              <a:rPr dirty="0"/>
              <a:t>- Learn navigation methods</a:t>
            </a:r>
          </a:p>
          <a:p>
            <a:pPr marL="0" indent="0">
              <a:buNone/>
            </a:pPr>
            <a:r>
              <a:rPr dirty="0"/>
              <a:t>- Identify lab setup and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course is divided into 15 sections, covering:</a:t>
            </a:r>
          </a:p>
          <a:p>
            <a:pPr marL="0" indent="0">
              <a:buNone/>
            </a:pPr>
            <a:r>
              <a:rPr dirty="0"/>
              <a:t>- Preparation &amp; Workspace Configuration</a:t>
            </a:r>
          </a:p>
          <a:p>
            <a:pPr marL="0" indent="0">
              <a:buNone/>
            </a:pPr>
            <a:r>
              <a:rPr dirty="0"/>
              <a:t>- Procedural SQL Foundations</a:t>
            </a:r>
          </a:p>
          <a:p>
            <a:pPr marL="0" indent="0">
              <a:buNone/>
            </a:pPr>
            <a:r>
              <a:rPr dirty="0"/>
              <a:t>- Advanced Programming &amp; AI-assisted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Environment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Verify Oracle installation (19c or later)</a:t>
            </a:r>
          </a:p>
          <a:p>
            <a:pPr marL="0" indent="0">
              <a:buNone/>
            </a:pPr>
            <a:r>
              <a:rPr dirty="0"/>
              <a:t>2. Use SQL*Plus or SQL Developer</a:t>
            </a:r>
          </a:p>
          <a:p>
            <a:pPr marL="0" indent="0">
              <a:buNone/>
            </a:pPr>
            <a:r>
              <a:rPr dirty="0"/>
              <a:t>3. Create user '</a:t>
            </a:r>
            <a:r>
              <a:rPr dirty="0" err="1"/>
              <a:t>plsql_lab</a:t>
            </a:r>
            <a:r>
              <a:rPr dirty="0"/>
              <a:t>' with privileges</a:t>
            </a:r>
          </a:p>
          <a:p>
            <a:pPr marL="0" indent="0">
              <a:buNone/>
            </a:pPr>
            <a:r>
              <a:rPr dirty="0"/>
              <a:t>4. Test connectivity and create training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SQL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CREATE USER </a:t>
            </a:r>
            <a:r>
              <a:rPr dirty="0" err="1"/>
              <a:t>plsql_lab</a:t>
            </a:r>
            <a:r>
              <a:rPr dirty="0"/>
              <a:t> IDENTIFIED BY oracle123;</a:t>
            </a:r>
          </a:p>
          <a:p>
            <a:pPr marL="0" indent="0">
              <a:buNone/>
            </a:pPr>
            <a:r>
              <a:rPr dirty="0"/>
              <a:t>GRANT CONNECT, RESOURCE TO </a:t>
            </a:r>
            <a:r>
              <a:rPr dirty="0" err="1"/>
              <a:t>plsql_lab</a:t>
            </a:r>
            <a:r>
              <a:rPr dirty="0"/>
              <a:t>;</a:t>
            </a:r>
          </a:p>
          <a:p>
            <a:pPr marL="0" indent="0">
              <a:buNone/>
            </a:pPr>
            <a:r>
              <a:rPr dirty="0"/>
              <a:t>ALTER USER </a:t>
            </a:r>
            <a:r>
              <a:rPr dirty="0" err="1"/>
              <a:t>plsql_lab</a:t>
            </a:r>
            <a:r>
              <a:rPr dirty="0"/>
              <a:t> QUOTA UNLIMITED ON USERS;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Directory Layout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Section_01_preparation_and_workspace_configuration/</a:t>
            </a:r>
          </a:p>
          <a:p>
            <a:r>
              <a:rPr dirty="0"/>
              <a:t> └── Session_001_course_navigation_and_success_blueprint/</a:t>
            </a:r>
          </a:p>
          <a:p>
            <a:r>
              <a:rPr dirty="0"/>
              <a:t>      ├── README.md</a:t>
            </a:r>
          </a:p>
          <a:p>
            <a:r>
              <a:rPr dirty="0"/>
              <a:t>      ├── </a:t>
            </a:r>
            <a:r>
              <a:rPr dirty="0" err="1"/>
              <a:t>setup_workspace.sql</a:t>
            </a:r>
            <a:endParaRPr dirty="0"/>
          </a:p>
          <a:p>
            <a:r>
              <a:rPr dirty="0"/>
              <a:t>      └── course_navigation.pptx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Create table '</a:t>
            </a:r>
            <a:r>
              <a:rPr dirty="0" err="1"/>
              <a:t>student_progress</a:t>
            </a:r>
            <a:r>
              <a:rPr dirty="0"/>
              <a:t>'</a:t>
            </a:r>
          </a:p>
          <a:p>
            <a:pPr marL="0" indent="0">
              <a:buNone/>
            </a:pPr>
            <a:r>
              <a:rPr dirty="0"/>
              <a:t>2. Insert today's session info</a:t>
            </a:r>
          </a:p>
          <a:p>
            <a:pPr marL="0" indent="0">
              <a:buNone/>
            </a:pPr>
            <a:r>
              <a:rPr dirty="0"/>
              <a:t>3. Commit and verify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Developers maintain modular schemas for each component.</a:t>
            </a:r>
          </a:p>
          <a:p>
            <a:r>
              <a:t>Teams track changes and training progress via version control.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Follow modular structure</a:t>
            </a:r>
          </a:p>
          <a:p>
            <a:pPr marL="0" indent="0">
              <a:buNone/>
            </a:pPr>
            <a:r>
              <a:rPr dirty="0"/>
              <a:t>- Maintain logs and version control</a:t>
            </a:r>
          </a:p>
          <a:p>
            <a:pPr marL="0" indent="0">
              <a:buNone/>
            </a:pPr>
            <a:r>
              <a:rPr dirty="0"/>
              <a:t>- Work within '</a:t>
            </a:r>
            <a:r>
              <a:rPr dirty="0" err="1"/>
              <a:t>plsql_lab</a:t>
            </a:r>
            <a:r>
              <a:rPr dirty="0"/>
              <a:t>' schema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You have:</a:t>
            </a:r>
          </a:p>
          <a:p>
            <a:pPr marL="0" indent="0">
              <a:buNone/>
            </a:pPr>
            <a:r>
              <a:rPr dirty="0"/>
              <a:t>- Set up your Oracle PL/SQL workspace</a:t>
            </a:r>
          </a:p>
          <a:p>
            <a:pPr marL="0" indent="0">
              <a:buNone/>
            </a:pPr>
            <a:r>
              <a:rPr dirty="0"/>
              <a:t>- Created schema and tested access</a:t>
            </a:r>
          </a:p>
          <a:p>
            <a:pPr marL="0" indent="0">
              <a:buNone/>
            </a:pPr>
            <a:r>
              <a:rPr dirty="0"/>
              <a:t>- Understood navigation across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273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001: Course Navigation and Success Blueprint</vt:lpstr>
      <vt:lpstr>Session Objectives</vt:lpstr>
      <vt:lpstr>Course Overview</vt:lpstr>
      <vt:lpstr>Environment Setup</vt:lpstr>
      <vt:lpstr>Sample SQL Commands</vt:lpstr>
      <vt:lpstr>Course Directory Layout</vt:lpstr>
      <vt:lpstr>Practice Exercise</vt:lpstr>
      <vt:lpstr>Real-World Example</vt:lpstr>
      <vt:lpstr>Key Takeaways</vt:lpstr>
      <vt:lpstr>Session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2025-11-05T12:40:31Z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2025-11-05T12:40:31Z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2ed51d5c-6ef2-4ee1-887d-bf3631bc579f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