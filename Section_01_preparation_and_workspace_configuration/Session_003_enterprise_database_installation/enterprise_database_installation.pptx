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Session 003: Enterprise Database Installation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Install Oracle Database 19c/21c</a:t>
            </a:r>
          </a:p>
          <a:p>
            <a:r>
              <a:t>- Configure listeners and environment variables</a:t>
            </a:r>
          </a:p>
          <a:p>
            <a:r>
              <a:t>- Validate connectivity via SQL*Plus/SQL Developer</a:t>
            </a:r>
          </a:p>
          <a:p>
            <a:r>
              <a:t>- Prepare the database for PL/SQL labs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Oracle Universal Installer (OUI)</a:t>
            </a:r>
          </a:p>
          <a:p>
            <a:r>
              <a:t>• Silent Install via Response File</a:t>
            </a:r>
          </a:p>
          <a:p>
            <a:r>
              <a:t>• Docker Container Image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- 8 GB RAM, 50 GB disk</a:t>
            </a:r>
          </a:p>
          <a:p>
            <a:r>
              <a:t>- OS: Windows 10+ / Linux 8+</a:t>
            </a:r>
          </a:p>
          <a:p>
            <a:r>
              <a:t>- Download Oracle from official site</a:t>
            </a:r>
          </a:p>
          <a:p>
            <a:r>
              <a:t>- Extract and run installer as admin/root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Silent Installation (Linux Example)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unzip LINUX.X64_193000_db_home.zip -d /u01/app/oracle/product/19.3.0/dbhome_1</a:t>
            </a:r>
          </a:p>
          <a:p>
            <a:r>
              <a:t>cd /u01/app/oracle/product/19.3.0/dbhome_1</a:t>
            </a:r>
          </a:p>
          <a:p>
            <a:r>
              <a:t>./runInstaller -silent -responseFile /path/db_install.rsp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Post-Installation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 environment variables:</a:t>
            </a:r>
          </a:p>
          <a:p>
            <a:r>
              <a:t>export ORACLE_HOME=/u01/app/oracle/product/19.3.0/dbhome_1</a:t>
            </a:r>
          </a:p>
          <a:p>
            <a:r>
              <a:t>export PATH=$PATH:$ORACLE_HOME/bin</a:t>
            </a:r>
          </a:p>
          <a:p>
            <a:r>
              <a:t>lsnrctl start / status</a:t>
            </a:r>
          </a:p>
          <a:p>
            <a:r>
              <a:t>sqlplus / as sysdba</a:t>
            </a:r>
          </a:p>
          <a:p>
            <a:r>
              <a:t>STARTUP;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Script: install_validation.sql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 sys/oracle@localhost:1521/xepdb1 AS SYSDBA;</a:t>
            </a:r>
          </a:p>
          <a:p>
            <a:r>
              <a:t>SELECT instance_name, status FROM v$instance;</a:t>
            </a:r>
          </a:p>
          <a:p>
            <a:r>
              <a:t>CREATE USER plsql_lab IDENTIFIED BY oracle123;</a:t>
            </a:r>
          </a:p>
          <a:p>
            <a:r>
              <a:t>GRANT CONNECT, RESOURCE TO plsql_lab;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 Tests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ps -ef | grep pmon</a:t>
            </a:r>
          </a:p>
          <a:p>
            <a:r>
              <a:t>lsnrctl status</a:t>
            </a:r>
          </a:p>
          <a:p>
            <a:r>
              <a:t>sqlplus / as sysdba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Issues &amp; Fixes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ORA-12541 → Start listener</a:t>
            </a:r>
          </a:p>
          <a:p>
            <a:r>
              <a:t>ORA-01034 → Run STARTUP</a:t>
            </a:r>
          </a:p>
          <a:p>
            <a:r>
              <a:t>ORA-28001 → Reset password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Oracle Database installed successfully.</a:t>
            </a:r>
          </a:p>
          <a:p>
            <a:r>
              <a:t>Listeners and users configured.</a:t>
            </a:r>
          </a:p>
          <a:p>
            <a:r>
              <a:t>Next: Runtime Environment Prerequisites.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