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Session 002: Accelerated Learning Techniques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Oracle PL/SQL Complete Developer Path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Session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Learn methods for efficient PL/SQL mastery</a:t>
            </a:r>
          </a:p>
          <a:p>
            <a:pPr marL="0" indent="0">
              <a:buNone/>
            </a:pPr>
            <a:r>
              <a:rPr dirty="0"/>
              <a:t>- Apply active recall and spaced repetition</a:t>
            </a:r>
          </a:p>
          <a:p>
            <a:pPr marL="0" indent="0">
              <a:buNone/>
            </a:pPr>
            <a:r>
              <a:rPr dirty="0"/>
              <a:t>- Build self-study tracking system</a:t>
            </a:r>
          </a:p>
          <a:p>
            <a:pPr marL="0" indent="0">
              <a:buNone/>
            </a:pPr>
            <a:r>
              <a:rPr dirty="0"/>
              <a:t>- Use daily and weekly review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Accelerated Learning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Understand – Break concepts into small parts</a:t>
            </a:r>
          </a:p>
          <a:p>
            <a:pPr marL="0" indent="0">
              <a:buNone/>
            </a:pPr>
            <a:r>
              <a:rPr dirty="0"/>
              <a:t>Apply – Practice through exercises</a:t>
            </a:r>
          </a:p>
          <a:p>
            <a:pPr marL="0" indent="0">
              <a:buNone/>
            </a:pPr>
            <a:r>
              <a:rPr dirty="0"/>
              <a:t>Reflect – Review weekly and connect topics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Practical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 err="1"/>
              <a:t>mkdir</a:t>
            </a:r>
            <a:r>
              <a:rPr dirty="0"/>
              <a:t> -p ~/oracle-</a:t>
            </a:r>
            <a:r>
              <a:rPr dirty="0" err="1"/>
              <a:t>plsql</a:t>
            </a:r>
            <a:r>
              <a:rPr dirty="0"/>
              <a:t>-lab/{</a:t>
            </a:r>
            <a:r>
              <a:rPr dirty="0" err="1"/>
              <a:t>notes,scripts,review</a:t>
            </a:r>
            <a:r>
              <a:rPr dirty="0"/>
              <a:t>}</a:t>
            </a:r>
          </a:p>
          <a:p>
            <a:r>
              <a:rPr dirty="0"/>
              <a:t>CREATE TABLE </a:t>
            </a:r>
            <a:r>
              <a:rPr dirty="0" err="1"/>
              <a:t>learning_log</a:t>
            </a:r>
            <a:r>
              <a:rPr dirty="0"/>
              <a:t> (...);</a:t>
            </a:r>
          </a:p>
          <a:p>
            <a:r>
              <a:rPr dirty="0"/>
              <a:t>INSERT INTO </a:t>
            </a:r>
            <a:r>
              <a:rPr dirty="0" err="1"/>
              <a:t>learning_log</a:t>
            </a:r>
            <a:r>
              <a:rPr dirty="0"/>
              <a:t> (topic, </a:t>
            </a:r>
            <a:r>
              <a:rPr dirty="0" err="1"/>
              <a:t>practice_done</a:t>
            </a:r>
            <a:r>
              <a:rPr dirty="0"/>
              <a:t>) VALUES ('PL/SQL Blocks', 'Y');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10-Minute Daily Practice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 min – Recall yesterday's topic</a:t>
            </a:r>
          </a:p>
          <a:p>
            <a:r>
              <a:t>3 min – Write script from memory</a:t>
            </a:r>
          </a:p>
          <a:p>
            <a:r>
              <a:t>5 min – Modify or debug</a:t>
            </a:r>
          </a:p>
          <a:p>
            <a:r>
              <a:t>1 min – Reflect and log insights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 Learning with VS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Install Oracle Developer Tools, </a:t>
            </a:r>
            <a:r>
              <a:rPr dirty="0" err="1"/>
              <a:t>SQLTools</a:t>
            </a:r>
            <a:r>
              <a:rPr dirty="0"/>
              <a:t>, Copilot</a:t>
            </a:r>
          </a:p>
          <a:p>
            <a:pPr marL="0" indent="0">
              <a:buNone/>
            </a:pPr>
            <a:r>
              <a:rPr dirty="0"/>
              <a:t>- Use </a:t>
            </a:r>
            <a:r>
              <a:rPr dirty="0" err="1"/>
              <a:t>minimap</a:t>
            </a:r>
            <a:r>
              <a:rPr dirty="0"/>
              <a:t> and inline comments</a:t>
            </a:r>
          </a:p>
          <a:p>
            <a:pPr marL="0" indent="0">
              <a:buNone/>
            </a:pPr>
            <a:r>
              <a:rPr dirty="0"/>
              <a:t>- Practice predictive coding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Reflection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# Weekly Reflection</a:t>
            </a:r>
          </a:p>
          <a:p>
            <a:pPr marL="0" indent="0">
              <a:buNone/>
            </a:pPr>
            <a:r>
              <a:rPr dirty="0"/>
              <a:t>Topic Mastered: Loops and Conditional Logic</a:t>
            </a:r>
          </a:p>
          <a:p>
            <a:pPr marL="0" indent="0">
              <a:buNone/>
            </a:pPr>
            <a:r>
              <a:rPr dirty="0"/>
              <a:t>Confidence: 8/10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Demo Script: learning_log_demo.sql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CREATE TABLE </a:t>
            </a:r>
            <a:r>
              <a:rPr dirty="0" err="1"/>
              <a:t>learning_log</a:t>
            </a:r>
            <a:r>
              <a:rPr dirty="0"/>
              <a:t> (...);</a:t>
            </a:r>
          </a:p>
          <a:p>
            <a:pPr marL="0" indent="0">
              <a:buNone/>
            </a:pPr>
            <a:r>
              <a:rPr dirty="0"/>
              <a:t>INSERT INTO </a:t>
            </a:r>
            <a:r>
              <a:rPr dirty="0" err="1"/>
              <a:t>learning_log</a:t>
            </a:r>
            <a:r>
              <a:rPr dirty="0"/>
              <a:t> (topic, </a:t>
            </a:r>
            <a:r>
              <a:rPr dirty="0" err="1"/>
              <a:t>practice_done</a:t>
            </a:r>
            <a:r>
              <a:rPr dirty="0"/>
              <a:t>) VALUES (...);</a:t>
            </a:r>
          </a:p>
          <a:p>
            <a:pPr marL="0" indent="0">
              <a:buNone/>
            </a:pPr>
            <a:r>
              <a:rPr dirty="0"/>
              <a:t>SELECT * FROM </a:t>
            </a:r>
            <a:r>
              <a:rPr dirty="0" err="1"/>
              <a:t>learning_log</a:t>
            </a:r>
            <a:r>
              <a:rPr dirty="0"/>
              <a:t>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- Practice daily for retention</a:t>
            </a:r>
          </a:p>
          <a:p>
            <a:pPr marL="0" indent="0">
              <a:buNone/>
            </a:pPr>
            <a:r>
              <a:rPr dirty="0"/>
              <a:t>- Keep structured logs</a:t>
            </a:r>
          </a:p>
          <a:p>
            <a:pPr marL="0" indent="0">
              <a:buNone/>
            </a:pPr>
            <a:r>
              <a:rPr dirty="0"/>
              <a:t>- Review weekly to reinforce learning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You have created your learning system and logged your first record.</a:t>
            </a:r>
          </a:p>
          <a:p>
            <a:pPr marL="0" indent="0">
              <a:buNone/>
            </a:pPr>
            <a:r>
              <a:rPr dirty="0"/>
              <a:t>Next session: Enterprise Database Installation.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250</Words>
  <Application>Microsoft Office PowerPoint</Application>
  <PresentationFormat>On-screen Show (4:3)</PresentationFormat>
  <Paragraphs>39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Session 002: Accelerated Learning Techniques</vt:lpstr>
      <vt:lpstr>Session Objectives</vt:lpstr>
      <vt:lpstr>Accelerated Learning Framework</vt:lpstr>
      <vt:lpstr>Practical Setup</vt:lpstr>
      <vt:lpstr>10-Minute Daily Practice System</vt:lpstr>
      <vt:lpstr>Visual Learning with VS Code</vt:lpstr>
      <vt:lpstr>Weekly Reflection Template</vt:lpstr>
      <vt:lpstr>Demo Script: learning_log_demo.sql</vt:lpstr>
      <vt:lpstr>Key Takeaways</vt:lpstr>
      <vt:lpstr>Summary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Avishesh Jha</cp:lastModifiedBy>
  <cp:revision>2</cp:revision>
  <dcterms:created xsi:type="dcterms:W3CDTF">2013-01-27T09:14:16Z</dcterms:created>
  <dcterms:modified xsi:type="dcterms:W3CDTF">2025-11-05T12:55:53Z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ae551e3-0043-40f0-9a67-12d995049d50_Enabled">
    <vt:lpwstr>true</vt:lpwstr>
  </property>
  <property fmtid="{D5CDD505-2E9C-101B-9397-08002B2CF9AE}" pid="3" name="MSIP_Label_2ae551e3-0043-40f0-9a67-12d995049d50_SetDate">
    <vt:lpwstr>2025-11-05T12:55:51Z</vt:lpwstr>
  </property>
  <property fmtid="{D5CDD505-2E9C-101B-9397-08002B2CF9AE}" pid="4" name="MSIP_Label_2ae551e3-0043-40f0-9a67-12d995049d50_Method">
    <vt:lpwstr>Standard</vt:lpwstr>
  </property>
  <property fmtid="{D5CDD505-2E9C-101B-9397-08002B2CF9AE}" pid="5" name="MSIP_Label_2ae551e3-0043-40f0-9a67-12d995049d50_Name">
    <vt:lpwstr>Brillio Confidential</vt:lpwstr>
  </property>
  <property fmtid="{D5CDD505-2E9C-101B-9397-08002B2CF9AE}" pid="6" name="MSIP_Label_2ae551e3-0043-40f0-9a67-12d995049d50_SiteId">
    <vt:lpwstr>97984c2b-a229-4609-8185-ae84947bc3fc</vt:lpwstr>
  </property>
  <property fmtid="{D5CDD505-2E9C-101B-9397-08002B2CF9AE}" pid="7" name="MSIP_Label_2ae551e3-0043-40f0-9a67-12d995049d50_ActionId">
    <vt:lpwstr>9c75974c-484f-4c8b-91f3-0cfe508bda75</vt:lpwstr>
  </property>
  <property fmtid="{D5CDD505-2E9C-101B-9397-08002B2CF9AE}" pid="8" name="MSIP_Label_2ae551e3-0043-40f0-9a67-12d995049d50_ContentBits">
    <vt:lpwstr>0</vt:lpwstr>
  </property>
  <property fmtid="{D5CDD505-2E9C-101B-9397-08002B2CF9AE}" pid="9" name="MSIP_Label_2ae551e3-0043-40f0-9a67-12d995049d50_Tag">
    <vt:lpwstr>10, 3, 0, 1</vt:lpwstr>
  </property>
</Properties>
</file>