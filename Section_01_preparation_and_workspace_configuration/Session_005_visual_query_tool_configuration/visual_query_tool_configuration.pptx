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005: Visual Query Tool Configuration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Configure Oracle SQL Developer and VS Code for PL/SQL development</a:t>
            </a:r>
          </a:p>
          <a:p>
            <a:pPr marL="0" indent="0">
              <a:buNone/>
            </a:pPr>
            <a:r>
              <a:rPr dirty="0"/>
              <a:t>- Create and manage database connections</a:t>
            </a:r>
          </a:p>
          <a:p>
            <a:pPr marL="0" indent="0">
              <a:buNone/>
            </a:pPr>
            <a:r>
              <a:rPr dirty="0"/>
              <a:t>- Customize themes, fonts, and query results display</a:t>
            </a:r>
          </a:p>
          <a:p>
            <a:pPr marL="0" indent="0">
              <a:buNone/>
            </a:pPr>
            <a:r>
              <a:rPr dirty="0"/>
              <a:t>- (Optional) Integrate AI extensions for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SQL Developer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Launch SQL Developer</a:t>
            </a:r>
          </a:p>
          <a:p>
            <a:pPr marL="0" indent="0">
              <a:buNone/>
            </a:pPr>
            <a:r>
              <a:rPr dirty="0"/>
              <a:t>2. Go to Tools → Preferences → Database → Advanced</a:t>
            </a:r>
          </a:p>
          <a:p>
            <a:pPr marL="0" indent="0">
              <a:buNone/>
            </a:pPr>
            <a:r>
              <a:rPr dirty="0"/>
              <a:t>3. Set SQL History limit and enable Line Numbers</a:t>
            </a:r>
          </a:p>
          <a:p>
            <a:pPr marL="0" indent="0">
              <a:buNone/>
            </a:pPr>
            <a:r>
              <a:rPr dirty="0"/>
              <a:t>4. Use F9 to execute, </a:t>
            </a:r>
            <a:r>
              <a:rPr dirty="0" err="1"/>
              <a:t>Ctrl+Enter</a:t>
            </a:r>
            <a:r>
              <a:rPr dirty="0"/>
              <a:t> to run single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Connection Name: PLSQL_LAB</a:t>
            </a:r>
          </a:p>
          <a:p>
            <a:pPr marL="0" indent="0">
              <a:buNone/>
            </a:pPr>
            <a:r>
              <a:rPr dirty="0"/>
              <a:t>Username: </a:t>
            </a:r>
            <a:r>
              <a:rPr dirty="0" err="1"/>
              <a:t>plsql_lab</a:t>
            </a:r>
            <a:endParaRPr dirty="0"/>
          </a:p>
          <a:p>
            <a:pPr marL="0" indent="0">
              <a:buNone/>
            </a:pPr>
            <a:r>
              <a:rPr dirty="0"/>
              <a:t>Password: oracle123</a:t>
            </a:r>
          </a:p>
          <a:p>
            <a:pPr marL="0" indent="0">
              <a:buNone/>
            </a:pPr>
            <a:r>
              <a:rPr dirty="0"/>
              <a:t>Hostname: localhost</a:t>
            </a:r>
          </a:p>
          <a:p>
            <a:pPr marL="0" indent="0">
              <a:buNone/>
            </a:pPr>
            <a:r>
              <a:rPr dirty="0"/>
              <a:t>Port: 1521</a:t>
            </a:r>
          </a:p>
          <a:p>
            <a:pPr marL="0" indent="0">
              <a:buNone/>
            </a:pPr>
            <a:r>
              <a:rPr dirty="0"/>
              <a:t>Service Name: xepdb1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Customizing the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Switch to Dark Theme</a:t>
            </a:r>
          </a:p>
          <a:p>
            <a:pPr marL="0" indent="0">
              <a:buNone/>
            </a:pPr>
            <a:r>
              <a:rPr dirty="0"/>
              <a:t>• Set Editor Font: Consolas / Fira Code 12pt</a:t>
            </a:r>
          </a:p>
          <a:p>
            <a:pPr marL="0" indent="0">
              <a:buNone/>
            </a:pPr>
            <a:r>
              <a:rPr dirty="0"/>
              <a:t>• Enable Word Wrap and Syntax Highlighting</a:t>
            </a:r>
          </a:p>
          <a:p>
            <a:pPr marL="0" indent="0">
              <a:buNone/>
            </a:pPr>
            <a:r>
              <a:rPr dirty="0"/>
              <a:t>• Adjust Grid Display to Auto Fit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Code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Install Extensions:</a:t>
            </a:r>
          </a:p>
          <a:p>
            <a:r>
              <a:rPr dirty="0"/>
              <a:t>- Oracle Developer Tools</a:t>
            </a:r>
          </a:p>
          <a:p>
            <a:r>
              <a:rPr dirty="0"/>
              <a:t>- </a:t>
            </a:r>
            <a:r>
              <a:rPr dirty="0" err="1"/>
              <a:t>SQLTools</a:t>
            </a:r>
            <a:r>
              <a:rPr dirty="0"/>
              <a:t> + </a:t>
            </a:r>
            <a:r>
              <a:rPr dirty="0" err="1"/>
              <a:t>SQLTools</a:t>
            </a:r>
            <a:r>
              <a:rPr dirty="0"/>
              <a:t> Oracle Driver</a:t>
            </a:r>
          </a:p>
          <a:p>
            <a:r>
              <a:rPr dirty="0"/>
              <a:t>Create '</a:t>
            </a:r>
            <a:r>
              <a:rPr dirty="0" err="1"/>
              <a:t>plsql_lab</a:t>
            </a:r>
            <a:r>
              <a:rPr dirty="0"/>
              <a:t>' connection profile in VS Code</a:t>
            </a:r>
          </a:p>
          <a:p>
            <a:r>
              <a:rPr dirty="0"/>
              <a:t>(Optional) Enable AI tools like Copilot for suggestions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Script: sql_developer_connection_setup.sql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CONNECT </a:t>
            </a:r>
            <a:r>
              <a:rPr dirty="0" err="1"/>
              <a:t>plsql_lab</a:t>
            </a:r>
            <a:r>
              <a:rPr dirty="0"/>
              <a:t>/oracle123@localhost:1521/xepdb1;</a:t>
            </a:r>
          </a:p>
          <a:p>
            <a:pPr marL="0" indent="0">
              <a:buNone/>
            </a:pPr>
            <a:r>
              <a:rPr dirty="0"/>
              <a:t>SELECT </a:t>
            </a:r>
            <a:r>
              <a:rPr dirty="0" err="1"/>
              <a:t>sysdate</a:t>
            </a:r>
            <a:r>
              <a:rPr dirty="0"/>
              <a:t> AS </a:t>
            </a:r>
            <a:r>
              <a:rPr dirty="0" err="1"/>
              <a:t>connection_verified</a:t>
            </a:r>
            <a:r>
              <a:rPr dirty="0"/>
              <a:t> FROM dual;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Shortcuts in SQL Developer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F9 – Run SQL script</a:t>
            </a:r>
          </a:p>
          <a:p>
            <a:pPr marL="0" indent="0">
              <a:buNone/>
            </a:pPr>
            <a:r>
              <a:rPr dirty="0" err="1"/>
              <a:t>Ctrl+Enter</a:t>
            </a:r>
            <a:r>
              <a:rPr dirty="0"/>
              <a:t> – Execute current statement</a:t>
            </a:r>
          </a:p>
          <a:p>
            <a:pPr marL="0" indent="0">
              <a:buNone/>
            </a:pPr>
            <a:r>
              <a:rPr dirty="0"/>
              <a:t>Ctrl+/ – Comment or Uncomment</a:t>
            </a:r>
          </a:p>
          <a:p>
            <a:pPr marL="0" indent="0">
              <a:buNone/>
            </a:pPr>
            <a:r>
              <a:rPr dirty="0"/>
              <a:t>Shift+F10 – Commit</a:t>
            </a:r>
          </a:p>
          <a:p>
            <a:pPr marL="0" indent="0">
              <a:buNone/>
            </a:pPr>
            <a:r>
              <a:rPr dirty="0"/>
              <a:t>Shift+F9 – Rollback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Connection Timeout → Check Listener</a:t>
            </a:r>
          </a:p>
          <a:p>
            <a:pPr marL="0" indent="0">
              <a:buNone/>
            </a:pPr>
            <a:r>
              <a:rPr dirty="0"/>
              <a:t>Invalid Service Name → Verify </a:t>
            </a:r>
            <a:r>
              <a:rPr dirty="0" err="1"/>
              <a:t>tnsnames.ora</a:t>
            </a:r>
            <a:endParaRPr dirty="0"/>
          </a:p>
          <a:p>
            <a:pPr marL="0" indent="0">
              <a:buNone/>
            </a:pPr>
            <a:r>
              <a:rPr dirty="0"/>
              <a:t>UI Lag → Increase SQL History Cache Size</a:t>
            </a:r>
          </a:p>
          <a:p>
            <a:pPr marL="0" indent="0">
              <a:buNone/>
            </a:pPr>
            <a:r>
              <a:rPr dirty="0"/>
              <a:t>Font Errors → Reset 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Developer and VS Code configured successfully</a:t>
            </a:r>
          </a:p>
          <a:p>
            <a:r>
              <a:rPr dirty="0"/>
              <a:t>Database connectivity verified</a:t>
            </a:r>
          </a:p>
          <a:p>
            <a:r>
              <a:rPr dirty="0"/>
              <a:t>Interface customized for productivity</a:t>
            </a:r>
          </a:p>
          <a:p>
            <a:r>
              <a:rPr dirty="0"/>
              <a:t>Next: Training Database Initialization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005: Visual Query Tool Configuration</vt:lpstr>
      <vt:lpstr>Session Objectives</vt:lpstr>
      <vt:lpstr>Oracle SQL Developer Setup</vt:lpstr>
      <vt:lpstr>Creating a Connection</vt:lpstr>
      <vt:lpstr>Customizing the Interface</vt:lpstr>
      <vt:lpstr>VS Code Configuration</vt:lpstr>
      <vt:lpstr>Demo Script: sql_developer_connection_setup.sql</vt:lpstr>
      <vt:lpstr>Useful Shortcuts in SQL Developer</vt:lpstr>
      <vt:lpstr>Troubleshooting Tips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2025-11-05T16:29:58Z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2025-11-05T16:29:58Z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280d8cf9-f9c0-42f3-aacf-c2dac45ebb0a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