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007: Hands-On Lab Resources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Set up directories for PL/SQL lab exercises</a:t>
            </a:r>
          </a:p>
          <a:p>
            <a:pPr marL="0" indent="0">
              <a:buNone/>
            </a:pPr>
            <a:r>
              <a:rPr dirty="0"/>
              <a:t>- Organize reusable scripts and practice files</a:t>
            </a:r>
          </a:p>
          <a:p>
            <a:pPr marL="0" indent="0">
              <a:buNone/>
            </a:pPr>
            <a:r>
              <a:rPr dirty="0"/>
              <a:t>- Configure permissions and logging</a:t>
            </a:r>
          </a:p>
          <a:p>
            <a:pPr marL="0" indent="0">
              <a:buNone/>
            </a:pPr>
            <a:r>
              <a:rPr dirty="0"/>
              <a:t>- (Optional) Integrate AI assistance for guided 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this session, you’ll prepare the working folders and utilities needed</a:t>
            </a:r>
          </a:p>
          <a:p>
            <a:r>
              <a:rPr dirty="0"/>
              <a:t>to execute PL/SQL labs effectively. The structure ensures easy navigation,</a:t>
            </a:r>
          </a:p>
          <a:p>
            <a:r>
              <a:rPr dirty="0"/>
              <a:t>logging, and code reuse throughout the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Directory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oracle-</a:t>
            </a:r>
            <a:r>
              <a:rPr dirty="0" err="1"/>
              <a:t>plsql</a:t>
            </a:r>
            <a:r>
              <a:rPr dirty="0"/>
              <a:t>-complete-developer-path/</a:t>
            </a:r>
          </a:p>
          <a:p>
            <a:r>
              <a:rPr dirty="0"/>
              <a:t> ├── scripts/</a:t>
            </a:r>
          </a:p>
          <a:p>
            <a:r>
              <a:rPr dirty="0"/>
              <a:t> │   ├── labs/</a:t>
            </a:r>
          </a:p>
          <a:p>
            <a:r>
              <a:rPr dirty="0"/>
              <a:t> │   ├── demos/</a:t>
            </a:r>
          </a:p>
          <a:p>
            <a:r>
              <a:rPr dirty="0"/>
              <a:t> │   └── utilities/</a:t>
            </a:r>
          </a:p>
          <a:p>
            <a:r>
              <a:rPr dirty="0"/>
              <a:t> ├── logs/</a:t>
            </a:r>
          </a:p>
          <a:p>
            <a:r>
              <a:rPr dirty="0"/>
              <a:t> └── backups/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Directories (Windows)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mkdir</a:t>
            </a:r>
            <a:r>
              <a:rPr dirty="0"/>
              <a:t> C:\EMS\Terraform\oracle-plsql-complete-developer-path\scripts</a:t>
            </a:r>
          </a:p>
          <a:p>
            <a:r>
              <a:rPr dirty="0" err="1"/>
              <a:t>mkdir</a:t>
            </a:r>
            <a:r>
              <a:rPr dirty="0"/>
              <a:t> C:\EMS\Terraform\oracle-plsql-complete-developer-path\logs</a:t>
            </a:r>
          </a:p>
          <a:p>
            <a:r>
              <a:rPr dirty="0" err="1"/>
              <a:t>mkdir</a:t>
            </a:r>
            <a:r>
              <a:rPr dirty="0"/>
              <a:t> C:\EMS\Terraform\oracle-plsql-complete-developer-path\backups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Script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CREATE TABLE </a:t>
            </a:r>
            <a:r>
              <a:rPr dirty="0" err="1"/>
              <a:t>lab_execution_log</a:t>
            </a:r>
            <a:r>
              <a:rPr dirty="0"/>
              <a:t> (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log_id</a:t>
            </a:r>
            <a:r>
              <a:rPr dirty="0"/>
              <a:t> NUMBER GENERATED BY DEFAULT AS IDENTITY,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lab_name</a:t>
            </a:r>
            <a:r>
              <a:rPr dirty="0"/>
              <a:t> VARCHAR2(100),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run_by</a:t>
            </a:r>
            <a:r>
              <a:rPr dirty="0"/>
              <a:t> VARCHAR2(50),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run_date</a:t>
            </a:r>
            <a:r>
              <a:rPr dirty="0"/>
              <a:t> TIMESTAMP DEFAULT CURRENT_TIMESTAMP</a:t>
            </a:r>
          </a:p>
          <a:p>
            <a:pPr marL="0" indent="0">
              <a:buNone/>
            </a:pP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Script: lab_resources_setup.sql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CONNECT training/training123@localhost:1521/xepdb1;</a:t>
            </a:r>
          </a:p>
          <a:p>
            <a:pPr marL="0" indent="0">
              <a:buNone/>
            </a:pPr>
            <a:r>
              <a:rPr dirty="0"/>
              <a:t>CREATE DIRECTORY LAB_SCRIPTS AS '/c/EMS/Terraform/oracle-</a:t>
            </a:r>
            <a:r>
              <a:rPr dirty="0" err="1"/>
              <a:t>plsql</a:t>
            </a:r>
            <a:r>
              <a:rPr dirty="0"/>
              <a:t>-complete-developer-path/scripts';</a:t>
            </a:r>
          </a:p>
          <a:p>
            <a:pPr marL="0" indent="0">
              <a:buNone/>
            </a:pPr>
            <a:r>
              <a:rPr dirty="0"/>
              <a:t>CREATE DIRECTORY LAB_LOGS AS '/c/EMS/Terraform/oracle-</a:t>
            </a:r>
            <a:r>
              <a:rPr dirty="0" err="1"/>
              <a:t>plsql</a:t>
            </a:r>
            <a:r>
              <a:rPr dirty="0"/>
              <a:t>-complete-developer-path/logs';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can use AI assistants (like GitHub Copilot or ChatGPT) to:</a:t>
            </a:r>
          </a:p>
          <a:p>
            <a:r>
              <a:t>- Auto-generate repetitive lab setup SQL scripts</a:t>
            </a:r>
          </a:p>
          <a:p>
            <a:r>
              <a:t>- Suggest improvements or naming conventions</a:t>
            </a:r>
          </a:p>
          <a:p>
            <a:r>
              <a:t>- Comment existing code for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Lab directories and scripts initialized successfully.</a:t>
            </a:r>
          </a:p>
          <a:p>
            <a:r>
              <a:rPr dirty="0"/>
              <a:t>Logging and structure ready for upcoming PL/SQL practice.</a:t>
            </a:r>
          </a:p>
          <a:p>
            <a:r>
              <a:rPr dirty="0"/>
              <a:t>(Optional) AI tools can streamline future lab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317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Session 007: Hands-On Lab Resources Setup</vt:lpstr>
      <vt:lpstr>Session Objectives</vt:lpstr>
      <vt:lpstr>Overview</vt:lpstr>
      <vt:lpstr>Recommended Directory Layout</vt:lpstr>
      <vt:lpstr>Creating Directories (Windows)</vt:lpstr>
      <vt:lpstr>SQL Script Initialization</vt:lpstr>
      <vt:lpstr>Demo Script: lab_resources_setup.sql</vt:lpstr>
      <vt:lpstr>Optional: AI-Assisted Setup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2025-11-05T16:42:04Z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2025-11-05T16:41:02Z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e6096667-1ded-4a80-9484-cd4073953757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