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017: Implicit and Explicit Conversions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Distinguish implicit vs explicit conversions</a:t>
            </a:r>
          </a:p>
          <a:p>
            <a:pPr marL="0" indent="0">
              <a:buNone/>
            </a:pPr>
            <a:r>
              <a:rPr dirty="0"/>
              <a:t>- Use TO_CHAR, TO_NUMBER, TO_DATE correctly</a:t>
            </a:r>
          </a:p>
          <a:p>
            <a:pPr marL="0" indent="0">
              <a:buNone/>
            </a:pPr>
            <a:r>
              <a:rPr dirty="0"/>
              <a:t>- Understand format models and NLS impact</a:t>
            </a:r>
          </a:p>
          <a:p>
            <a:pPr marL="0" indent="0">
              <a:buNone/>
            </a:pPr>
            <a:r>
              <a:rPr dirty="0"/>
              <a:t>- Handle invalid conversions with exceptions</a:t>
            </a:r>
          </a:p>
          <a:p>
            <a:pPr marL="0" indent="0">
              <a:buNone/>
            </a:pPr>
            <a:r>
              <a:rPr dirty="0"/>
              <a:t>- Apply best practices for predicates and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vs Explicit 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Implicit: Oracle auto-converts types when needed</a:t>
            </a:r>
          </a:p>
          <a:p>
            <a:r>
              <a:rPr dirty="0"/>
              <a:t>Explicit: Developer calls TO_CHAR/TO_NUMBER/TO_DATE</a:t>
            </a:r>
          </a:p>
          <a:p>
            <a:r>
              <a:rPr dirty="0"/>
              <a:t>Prefer explicit for predictability and readability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Conversion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TO_CHAR(value, 'FM999G999D00')</a:t>
            </a:r>
          </a:p>
          <a:p>
            <a:r>
              <a:t>TO_NUMBER(text, '999D99', 'NLS_NUMERIC_CHARACTERS=.,')</a:t>
            </a:r>
          </a:p>
          <a:p>
            <a:r>
              <a:t>TO_DATE(text, 'DD-MON-YYYY')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NLS and Format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NLS settings affect implicit conversions</a:t>
            </a:r>
          </a:p>
          <a:p>
            <a:r>
              <a:t>Always provide a format model and (optional) NLS parameter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functions on indexed columns in WHERE clauses</a:t>
            </a:r>
          </a:p>
          <a:p>
            <a:r>
              <a:t>Convert the bind/input, not the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Conversion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EXCEPTION blocks to catch VALUE_ERROR/OTHERS</a:t>
            </a:r>
          </a:p>
          <a:p>
            <a:r>
              <a:t>Validate inputs before converting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 explicit, control formats, and guard against bad input.</a:t>
            </a:r>
          </a:p>
          <a:p>
            <a:r>
              <a:t>Next: Constants and Literals (Session 018).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Session 017: Implicit and Explicit Conversions</vt:lpstr>
      <vt:lpstr>Session Objectives</vt:lpstr>
      <vt:lpstr>Implicit vs Explicit Conversions</vt:lpstr>
      <vt:lpstr>Common Conversion Functions</vt:lpstr>
      <vt:lpstr>NLS and Format Models</vt:lpstr>
      <vt:lpstr>Predicates and Performance</vt:lpstr>
      <vt:lpstr>Handling Conversion Errors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2025-11-06T06:57:27Z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2025-11-06T06:57:27Z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20fc7209-381e-4b56-8e44-eb4202bd0460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