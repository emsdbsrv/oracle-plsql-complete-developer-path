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013: Declaring and Initializing Variables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Learn how to declare and initialize PL/SQL variables</a:t>
            </a:r>
          </a:p>
          <a:p>
            <a:pPr marL="0" indent="0">
              <a:buNone/>
            </a:pPr>
            <a:r>
              <a:rPr dirty="0"/>
              <a:t>- Understand data types and assignment rules</a:t>
            </a:r>
          </a:p>
          <a:p>
            <a:pPr marL="0" indent="0">
              <a:buNone/>
            </a:pPr>
            <a:r>
              <a:rPr dirty="0"/>
              <a:t>- Use constants, default values, and expressions</a:t>
            </a:r>
          </a:p>
          <a:p>
            <a:pPr marL="0" indent="0">
              <a:buNone/>
            </a:pPr>
            <a:r>
              <a:rPr dirty="0"/>
              <a:t>- Explore variable scope and lifetime</a:t>
            </a:r>
          </a:p>
          <a:p>
            <a:pPr marL="0" indent="0">
              <a:buNone/>
            </a:pPr>
            <a:r>
              <a:rPr dirty="0"/>
              <a:t>- (Optional) Use AI tools for generating test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Variables in PL/SQL are named memory locations used to store values temporarily.</a:t>
            </a:r>
          </a:p>
          <a:p>
            <a:r>
              <a:t>They can be assigned literals, expressions, or query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for Variable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variable_name</a:t>
            </a:r>
            <a:r>
              <a:rPr dirty="0"/>
              <a:t> [CONSTANT] datatype [NOT NULL] [:= </a:t>
            </a:r>
            <a:r>
              <a:rPr dirty="0" err="1"/>
              <a:t>initial_value</a:t>
            </a:r>
            <a:r>
              <a:rPr dirty="0"/>
              <a:t>];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salary NUMBER := 50000;</a:t>
            </a:r>
          </a:p>
          <a:p>
            <a:pPr marL="0" indent="0">
              <a:buNone/>
            </a:pPr>
            <a:r>
              <a:rPr dirty="0"/>
              <a:t>pi CONSTANT NUMBER := 3.14159;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PL/SQL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NUMBER – Numeric data (integer, decimal)</a:t>
            </a:r>
          </a:p>
          <a:p>
            <a:pPr marL="0" indent="0">
              <a:buNone/>
            </a:pPr>
            <a:r>
              <a:rPr dirty="0"/>
              <a:t>• VARCHAR2(size) – Character strings</a:t>
            </a:r>
          </a:p>
          <a:p>
            <a:pPr marL="0" indent="0">
              <a:buNone/>
            </a:pPr>
            <a:r>
              <a:rPr dirty="0"/>
              <a:t>• DATE – Date and time values</a:t>
            </a:r>
          </a:p>
          <a:p>
            <a:pPr marL="0" indent="0">
              <a:buNone/>
            </a:pPr>
            <a:r>
              <a:rPr dirty="0"/>
              <a:t>• BOOLEAN – TRUE/FALSE/NULL</a:t>
            </a:r>
          </a:p>
          <a:p>
            <a:pPr marL="0" indent="0">
              <a:buNone/>
            </a:pPr>
            <a:r>
              <a:rPr dirty="0"/>
              <a:t>• %TYPE – Derive type from table column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Initialization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Direct assignment: </a:t>
            </a:r>
            <a:r>
              <a:rPr dirty="0" err="1"/>
              <a:t>v_counter</a:t>
            </a:r>
            <a:r>
              <a:rPr dirty="0"/>
              <a:t> NUMBER := 0;</a:t>
            </a:r>
          </a:p>
          <a:p>
            <a:pPr marL="0" indent="0">
              <a:buNone/>
            </a:pPr>
            <a:r>
              <a:rPr dirty="0"/>
              <a:t>• Using expressions: </a:t>
            </a:r>
            <a:r>
              <a:rPr dirty="0" err="1"/>
              <a:t>v_total</a:t>
            </a:r>
            <a:r>
              <a:rPr dirty="0"/>
              <a:t> := </a:t>
            </a:r>
            <a:r>
              <a:rPr dirty="0" err="1"/>
              <a:t>v_price</a:t>
            </a:r>
            <a:r>
              <a:rPr dirty="0"/>
              <a:t> * </a:t>
            </a:r>
            <a:r>
              <a:rPr dirty="0" err="1"/>
              <a:t>v_qty</a:t>
            </a:r>
            <a:r>
              <a:rPr dirty="0"/>
              <a:t>;</a:t>
            </a:r>
          </a:p>
          <a:p>
            <a:pPr marL="0" indent="0">
              <a:buNone/>
            </a:pPr>
            <a:r>
              <a:rPr dirty="0"/>
              <a:t>• Using SELECT INTO: SELECT salary INTO </a:t>
            </a:r>
            <a:r>
              <a:rPr dirty="0" err="1"/>
              <a:t>v_sal</a:t>
            </a:r>
            <a:r>
              <a:rPr dirty="0"/>
              <a:t> FROM employees WHERE id=1;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 Scope and Lifetime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Declared in DECLARE section – Local to that block</a:t>
            </a:r>
          </a:p>
          <a:p>
            <a:pPr marL="0" indent="0">
              <a:buNone/>
            </a:pPr>
            <a:r>
              <a:rPr dirty="0"/>
              <a:t>• Inner blocks can redeclare variables with same name</a:t>
            </a:r>
          </a:p>
          <a:p>
            <a:pPr marL="0" indent="0">
              <a:buNone/>
            </a:pPr>
            <a:r>
              <a:rPr dirty="0"/>
              <a:t>• Lifetime ends when the block 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Constants and NOT NULL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CONSTANT values cannot be reassigned</a:t>
            </a:r>
          </a:p>
          <a:p>
            <a:pPr marL="0" indent="0">
              <a:buNone/>
            </a:pPr>
            <a:r>
              <a:rPr dirty="0"/>
              <a:t>• NOT NULL must be initialized at declaration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 err="1"/>
              <a:t>v_tax</a:t>
            </a:r>
            <a:r>
              <a:rPr dirty="0"/>
              <a:t> CONSTANT NUMBER := 0.18;</a:t>
            </a:r>
          </a:p>
          <a:p>
            <a:pPr marL="0" indent="0">
              <a:buNone/>
            </a:pPr>
            <a:r>
              <a:rPr dirty="0" err="1"/>
              <a:t>v_name</a:t>
            </a:r>
            <a:r>
              <a:rPr dirty="0"/>
              <a:t> VARCHAR2(50) NOT NULL := 'Default';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AI-Assisted Variable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 tools like Copilot can suggest variable declarations,</a:t>
            </a:r>
          </a:p>
          <a:p>
            <a:r>
              <a:rPr dirty="0"/>
              <a:t>automatically infer types, and generate sample data initialization.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Variables hold data temporarily in PL/SQL.</a:t>
            </a:r>
          </a:p>
          <a:p>
            <a:r>
              <a:t>Initialization, scope, and constants are key concepts.</a:t>
            </a:r>
          </a:p>
          <a:p>
            <a:r>
              <a:rPr dirty="0"/>
              <a:t>Next: Inline Documentation Best Practices (Session 014).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339</Words>
  <Application>Microsoft Office PowerPoint</Application>
  <PresentationFormat>On-screen Show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Session 013: Declaring and Initializing Variables</vt:lpstr>
      <vt:lpstr>Session Objectives</vt:lpstr>
      <vt:lpstr>Overview</vt:lpstr>
      <vt:lpstr>Syntax for Variable Declaration</vt:lpstr>
      <vt:lpstr>Common PL/SQL Data Types</vt:lpstr>
      <vt:lpstr>Initialization Options</vt:lpstr>
      <vt:lpstr>Variable Scope and Lifetime</vt:lpstr>
      <vt:lpstr>Constants and NOT NULL Variables</vt:lpstr>
      <vt:lpstr>Optional: AI-Assisted Variable Generation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2025-11-06T03:29:52Z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2025-11-06T03:29:52Z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01d0754a-b3e3-4076-8769-5401bdb05bbe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