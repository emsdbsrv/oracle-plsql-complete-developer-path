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014: Inline Documentation Best Practices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66760" cy="5084064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- Understand the importance of documentation in PL/SQL</a:t>
            </a:r>
          </a:p>
          <a:p>
            <a:pPr marL="0" indent="0">
              <a:buNone/>
            </a:pPr>
            <a:r>
              <a:rPr dirty="0"/>
              <a:t>- Learn single-line and multi-line comment syntax</a:t>
            </a:r>
          </a:p>
          <a:p>
            <a:pPr marL="0" indent="0">
              <a:buNone/>
            </a:pPr>
            <a:r>
              <a:rPr dirty="0"/>
              <a:t>- Create structured headers for scripts and blocks</a:t>
            </a:r>
          </a:p>
          <a:p>
            <a:pPr marL="0" indent="0">
              <a:buNone/>
            </a:pPr>
            <a:r>
              <a:rPr dirty="0"/>
              <a:t>- Adopt professional inline comment practices</a:t>
            </a:r>
          </a:p>
          <a:p>
            <a:pPr marL="0" indent="0">
              <a:buNone/>
            </a:pPr>
            <a:r>
              <a:rPr dirty="0"/>
              <a:t>- (Optional) Use AI tools for automatic comment generation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Documentation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Improves readability and maintainability</a:t>
            </a:r>
          </a:p>
          <a:p>
            <a:pPr marL="0" indent="0">
              <a:buNone/>
            </a:pPr>
            <a:r>
              <a:rPr dirty="0"/>
              <a:t>• Helps others understand the logic</a:t>
            </a:r>
          </a:p>
          <a:p>
            <a:pPr marL="0" indent="0">
              <a:buNone/>
            </a:pPr>
            <a:r>
              <a:rPr dirty="0"/>
              <a:t>• Facilitates debugging and audits</a:t>
            </a:r>
          </a:p>
          <a:p>
            <a:pPr marL="0" indent="0">
              <a:buNone/>
            </a:pPr>
            <a:r>
              <a:rPr dirty="0"/>
              <a:t>• Makes team collaboration easier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Comment Syntax in PL/SQL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-- Single-line comment</a:t>
            </a:r>
          </a:p>
          <a:p>
            <a:pPr marL="0" indent="0">
              <a:buNone/>
            </a:pPr>
            <a:r>
              <a:rPr dirty="0"/>
              <a:t>/* Multi-line comment */</a:t>
            </a:r>
          </a:p>
          <a:p>
            <a:pPr marL="0" indent="0">
              <a:buNone/>
            </a:pPr>
            <a:r>
              <a:rPr dirty="0"/>
              <a:t>/*</a:t>
            </a:r>
          </a:p>
          <a:p>
            <a:pPr marL="0" indent="0">
              <a:buNone/>
            </a:pPr>
            <a:r>
              <a:rPr dirty="0"/>
              <a:t>   Author : Avishesh Jha</a:t>
            </a:r>
          </a:p>
          <a:p>
            <a:pPr marL="0" indent="0">
              <a:buNone/>
            </a:pPr>
            <a:r>
              <a:rPr dirty="0"/>
              <a:t>   Purpose: Salary calculation procedure</a:t>
            </a:r>
          </a:p>
          <a:p>
            <a:pPr marL="0" indent="0">
              <a:buNone/>
            </a:pPr>
            <a:r>
              <a:rPr dirty="0"/>
              <a:t>   Date   : 06-Nov-2025</a:t>
            </a:r>
          </a:p>
          <a:p>
            <a:pPr marL="0" indent="0">
              <a:buNone/>
            </a:pPr>
            <a:r>
              <a:rPr dirty="0"/>
              <a:t>*/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Header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/**************************************************************</a:t>
            </a:r>
          </a:p>
          <a:p>
            <a:pPr marL="0" indent="0">
              <a:buNone/>
            </a:pPr>
            <a:r>
              <a:rPr dirty="0"/>
              <a:t> Script : </a:t>
            </a:r>
            <a:r>
              <a:rPr dirty="0" err="1"/>
              <a:t>calculate_salary_bonus.sql</a:t>
            </a:r>
            <a:endParaRPr dirty="0"/>
          </a:p>
          <a:p>
            <a:pPr marL="0" indent="0">
              <a:buNone/>
            </a:pPr>
            <a:r>
              <a:rPr dirty="0"/>
              <a:t> Purpose: Calculate total pay including bonus</a:t>
            </a:r>
          </a:p>
          <a:p>
            <a:pPr marL="0" indent="0">
              <a:buNone/>
            </a:pPr>
            <a:r>
              <a:rPr dirty="0"/>
              <a:t> Author : Your Name</a:t>
            </a:r>
          </a:p>
          <a:p>
            <a:pPr marL="0" indent="0">
              <a:buNone/>
            </a:pPr>
            <a:r>
              <a:rPr dirty="0"/>
              <a:t> Date   : 06-Nov-2025</a:t>
            </a:r>
          </a:p>
          <a:p>
            <a:pPr marL="0" indent="0">
              <a:buNone/>
            </a:pPr>
            <a:r>
              <a:rPr dirty="0"/>
              <a:t>**************************************************************/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Inline Commenting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BEGIN</a:t>
            </a:r>
          </a:p>
          <a:p>
            <a:pPr marL="0" indent="0">
              <a:buNone/>
            </a:pPr>
            <a:r>
              <a:rPr dirty="0"/>
              <a:t>  -- Initialize bonus rate</a:t>
            </a:r>
          </a:p>
          <a:p>
            <a:pPr marL="0" indent="0">
              <a:buNone/>
            </a:pPr>
            <a:r>
              <a:rPr dirty="0"/>
              <a:t>  </a:t>
            </a:r>
            <a:r>
              <a:rPr dirty="0" err="1"/>
              <a:t>v_bonus_rate</a:t>
            </a:r>
            <a:r>
              <a:rPr dirty="0"/>
              <a:t> := 0.10;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  -- Apply bonus to salary</a:t>
            </a:r>
          </a:p>
          <a:p>
            <a:pPr marL="0" indent="0">
              <a:buNone/>
            </a:pPr>
            <a:r>
              <a:rPr dirty="0"/>
              <a:t>  </a:t>
            </a:r>
            <a:r>
              <a:rPr dirty="0" err="1"/>
              <a:t>v_total</a:t>
            </a:r>
            <a:r>
              <a:rPr dirty="0"/>
              <a:t> := </a:t>
            </a:r>
            <a:r>
              <a:rPr dirty="0" err="1"/>
              <a:t>v_salary</a:t>
            </a:r>
            <a:r>
              <a:rPr dirty="0"/>
              <a:t> + (</a:t>
            </a:r>
            <a:r>
              <a:rPr dirty="0" err="1"/>
              <a:t>v_salary</a:t>
            </a:r>
            <a:r>
              <a:rPr dirty="0"/>
              <a:t> * </a:t>
            </a:r>
            <a:r>
              <a:rPr dirty="0" err="1"/>
              <a:t>v_bonus_rate</a:t>
            </a:r>
            <a:r>
              <a:rPr dirty="0"/>
              <a:t>);</a:t>
            </a:r>
          </a:p>
          <a:p>
            <a:pPr marL="0" indent="0">
              <a:buNone/>
            </a:pPr>
            <a:r>
              <a:rPr dirty="0"/>
              <a:t>END;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Sectioning Long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Use visual markers to divide long code blocks:</a:t>
            </a:r>
          </a:p>
          <a:p>
            <a:pPr marL="0" indent="0">
              <a:buNone/>
            </a:pPr>
            <a:r>
              <a:rPr dirty="0"/>
              <a:t>-------------------------------------------------------------</a:t>
            </a:r>
          </a:p>
          <a:p>
            <a:pPr marL="0" indent="0">
              <a:buNone/>
            </a:pPr>
            <a:r>
              <a:rPr dirty="0"/>
              <a:t>-- SECTION 1: Declarations</a:t>
            </a:r>
          </a:p>
          <a:p>
            <a:pPr marL="0" indent="0">
              <a:buNone/>
            </a:pPr>
            <a:r>
              <a:rPr dirty="0"/>
              <a:t>-- SECTION 2: Business Logic</a:t>
            </a:r>
          </a:p>
          <a:p>
            <a:pPr marL="0" indent="0">
              <a:buNone/>
            </a:pPr>
            <a:r>
              <a:rPr dirty="0"/>
              <a:t>-- SECTION 3: Exception Handling</a:t>
            </a:r>
          </a:p>
          <a:p>
            <a:pPr marL="0" indent="0">
              <a:buNone/>
            </a:pPr>
            <a:r>
              <a:rPr dirty="0"/>
              <a:t>-------------------------------------------------------------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Keep comments relevant and concise</a:t>
            </a:r>
          </a:p>
          <a:p>
            <a:pPr marL="0" indent="0">
              <a:buNone/>
            </a:pPr>
            <a:r>
              <a:rPr dirty="0"/>
              <a:t>• Use headers for clarity</a:t>
            </a:r>
          </a:p>
          <a:p>
            <a:pPr marL="0" indent="0">
              <a:buNone/>
            </a:pPr>
            <a:r>
              <a:rPr dirty="0"/>
              <a:t>• Avoid over-commenting obvious code</a:t>
            </a:r>
          </a:p>
          <a:p>
            <a:pPr marL="0" indent="0">
              <a:buNone/>
            </a:pPr>
            <a:r>
              <a:rPr dirty="0"/>
              <a:t>• Update comments as code evolves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Optional: AI-Assisted Commenting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tools can suggest or generate consistent comments</a:t>
            </a:r>
          </a:p>
          <a:p>
            <a:r>
              <a:t>and documentation automatically based on code patterns.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Consistent inline documentation enhances maintainability.</a:t>
            </a:r>
          </a:p>
          <a:p>
            <a:r>
              <a:rPr dirty="0"/>
              <a:t>Use headers, inline, and block comments systematically.</a:t>
            </a:r>
          </a:p>
          <a:p>
            <a:r>
              <a:rPr dirty="0"/>
              <a:t>Next: Lexical Scope and Block Nesting (Session 015).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294</Words>
  <Application>Microsoft Office PowerPoint</Application>
  <PresentationFormat>On-screen Show (4:3)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Session 014: Inline Documentation Best Practices</vt:lpstr>
      <vt:lpstr>Session Objectives</vt:lpstr>
      <vt:lpstr>Why Documentation Matters</vt:lpstr>
      <vt:lpstr>Comment Syntax in PL/SQL</vt:lpstr>
      <vt:lpstr>Recommended Header Template</vt:lpstr>
      <vt:lpstr>Inline Commenting Example</vt:lpstr>
      <vt:lpstr>Sectioning Long Programs</vt:lpstr>
      <vt:lpstr>Best Practices Summary</vt:lpstr>
      <vt:lpstr>Optional: AI-Assisted Commenting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2025-11-06T03:57:03Z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2025-11-06T03:57:03Z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ccca742d-a42e-4fd0-9ece-afb23a8045b3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