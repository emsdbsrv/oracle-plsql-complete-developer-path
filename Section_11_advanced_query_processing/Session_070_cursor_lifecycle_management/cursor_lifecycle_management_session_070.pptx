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070: Cursor Lifecycle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OPEN–FETCH–CLOSE, parameterized cursors, explicit vs implicit, cursor variables, resource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Master explicit cursor lifecycle and attributes</a:t>
            </a:r>
          </a:p>
          <a:p>
            <a:r>
              <a:t>• Use parameterized cursors for reusable scans</a:t>
            </a:r>
          </a:p>
          <a:p>
            <a:r>
              <a:t>• Apply cursor variables (REF CURSOR) for flexible APIs</a:t>
            </a:r>
          </a:p>
          <a:p>
            <a:r>
              <a:t>• Compare implicit FOR loops vs manual OPEN–FETCH–CLOSE</a:t>
            </a:r>
          </a:p>
          <a:p>
            <a:r>
              <a:t>• Handle exceptions and ensure resource safety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Implicit cursors: SQL%ROWCOUNT, SQL%FOUND</a:t>
            </a:r>
          </a:p>
          <a:p>
            <a:r>
              <a:t>• Explicit cursors: attributes %ISOPEN, %FOUND, %NOTFOUND, %ROWCOUNT</a:t>
            </a:r>
          </a:p>
          <a:p>
            <a:r>
              <a:t>• REF CURSOR (strong/weak) for dynamic result 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Classic: OPEN → FETCH loop → EXIT → CLOSE</a:t>
            </a:r>
          </a:p>
          <a:p>
            <a:r>
              <a:t>• Cursor FOR loop (implicit open/close)</a:t>
            </a:r>
          </a:p>
          <a:p>
            <a:r>
              <a:t>• Parameterized cursors for filterable batches</a:t>
            </a:r>
          </a:p>
          <a:p>
            <a:r>
              <a:t>• With dynamic SQL via REF CURSOR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Always CLOSE in EXCEPTION blocks or use FOR loop</a:t>
            </a:r>
          </a:p>
          <a:p>
            <a:r>
              <a:t>• Keep SELECT lists stable and documented (aliases)</a:t>
            </a:r>
          </a:p>
          <a:p>
            <a:r>
              <a:t>• Avoid long-lived open cursors; measure session open_cursors</a:t>
            </a:r>
          </a:p>
          <a:p>
            <a:r>
              <a:t>• Use LIMIT with BULK COLLECT when throughput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