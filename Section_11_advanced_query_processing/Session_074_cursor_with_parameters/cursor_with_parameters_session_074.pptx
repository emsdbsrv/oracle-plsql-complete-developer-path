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074: Cursor with Parameters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Parameterized explicit cursors and advanced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