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077: Cursor Variables and Sharing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REF CURSOR variables, reusable data pipelines, modular data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cursor variables (REF CURSOR)</a:t>
            </a:r>
          </a:p>
          <a:p>
            <a:pPr marL="0" indent="0">
              <a:buNone/>
            </a:pPr>
            <a:r>
              <a:rPr dirty="0"/>
              <a:t>• Pass REF CURSORs between procedures/functions</a:t>
            </a:r>
          </a:p>
          <a:p>
            <a:pPr marL="0" indent="0">
              <a:buNone/>
            </a:pPr>
            <a:r>
              <a:rPr dirty="0"/>
              <a:t>• Design reusable data-access pipelines</a:t>
            </a:r>
          </a:p>
          <a:p>
            <a:pPr marL="0" indent="0">
              <a:buNone/>
            </a:pPr>
            <a:r>
              <a:rPr dirty="0"/>
              <a:t>• Learn ownership rules and lifecycle control</a:t>
            </a:r>
          </a:p>
          <a:p>
            <a:pPr marL="0" indent="0">
              <a:buNone/>
            </a:pPr>
            <a:r>
              <a:rPr dirty="0"/>
              <a:t>• Handle dynamic queries with cursor variables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Cursor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REF CURSOR type = cursor variable</a:t>
            </a:r>
          </a:p>
          <a:p>
            <a:pPr marL="0" indent="0">
              <a:buNone/>
            </a:pPr>
            <a:r>
              <a:rPr dirty="0"/>
              <a:t>• Not tied to a fixed SELECT structure</a:t>
            </a:r>
          </a:p>
          <a:p>
            <a:pPr marL="0" indent="0">
              <a:buNone/>
            </a:pPr>
            <a:r>
              <a:rPr dirty="0"/>
              <a:t>• Can be passed as IN/OUT parameters</a:t>
            </a:r>
          </a:p>
          <a:p>
            <a:pPr marL="0" indent="0">
              <a:buNone/>
            </a:pPr>
            <a:r>
              <a:rPr dirty="0"/>
              <a:t>• Ideal for dynamic </a:t>
            </a:r>
            <a:r>
              <a:rPr dirty="0" err="1"/>
              <a:t>resultsets</a:t>
            </a:r>
            <a:r>
              <a:rPr dirty="0"/>
              <a:t> and flexible data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Cursor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OPEN </a:t>
            </a:r>
            <a:r>
              <a:rPr dirty="0" err="1"/>
              <a:t>rc</a:t>
            </a:r>
            <a:r>
              <a:rPr dirty="0"/>
              <a:t> FOR &lt;query&gt;;</a:t>
            </a:r>
          </a:p>
          <a:p>
            <a:pPr marL="0" indent="0">
              <a:buNone/>
            </a:pPr>
            <a:r>
              <a:rPr dirty="0"/>
              <a:t>• FETCH </a:t>
            </a:r>
            <a:r>
              <a:rPr dirty="0" err="1"/>
              <a:t>rc</a:t>
            </a:r>
            <a:r>
              <a:rPr dirty="0"/>
              <a:t> INTO variables;</a:t>
            </a:r>
          </a:p>
          <a:p>
            <a:pPr marL="0" indent="0">
              <a:buNone/>
            </a:pPr>
            <a:r>
              <a:rPr dirty="0"/>
              <a:t>• EXIT WHEN </a:t>
            </a:r>
            <a:r>
              <a:rPr dirty="0" err="1"/>
              <a:t>rc%NOTFOUND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• CLOSE </a:t>
            </a:r>
            <a:r>
              <a:rPr dirty="0" err="1"/>
              <a:t>rc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• Caller is responsible for final 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Procedure A: builds dynamic WHERE + opens REF CURSOR</a:t>
            </a:r>
          </a:p>
          <a:p>
            <a:pPr marL="0" indent="0">
              <a:buNone/>
            </a:pPr>
            <a:r>
              <a:rPr dirty="0"/>
              <a:t>• Procedure B: consumes REF CURSOR</a:t>
            </a:r>
          </a:p>
          <a:p>
            <a:pPr marL="0" indent="0">
              <a:buNone/>
            </a:pPr>
            <a:r>
              <a:rPr dirty="0"/>
              <a:t>• Allows modular reporting and layered application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Always document who closes REF CURSOR</a:t>
            </a:r>
          </a:p>
          <a:p>
            <a:pPr marL="0" indent="0">
              <a:buNone/>
            </a:pPr>
            <a:r>
              <a:rPr dirty="0"/>
              <a:t>• Validate dynamic SQL before OPEN</a:t>
            </a:r>
          </a:p>
          <a:p>
            <a:pPr marL="0" indent="0">
              <a:buNone/>
            </a:pPr>
            <a:r>
              <a:rPr dirty="0"/>
              <a:t>• Do not mix strong/weak types unnecessarily</a:t>
            </a:r>
          </a:p>
          <a:p>
            <a:pPr marL="0" indent="0">
              <a:buNone/>
            </a:pPr>
            <a:r>
              <a:rPr dirty="0"/>
              <a:t>• Use exception blocks to guarantee CLOSE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077: Cursor Variables and Sharing</vt:lpstr>
      <vt:lpstr>Objectives</vt:lpstr>
      <vt:lpstr>What Are Cursor Variables?</vt:lpstr>
      <vt:lpstr>Using Cursor Variables</vt:lpstr>
      <vt:lpstr>Pipeline Pattern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2025-11-13T04:24:46Z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2025-11-13T04:24:46Z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5aaaabd2-ccb8-42f0-8ffc-25d74fcc879c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