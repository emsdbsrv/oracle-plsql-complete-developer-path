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072: Explicit Cursor Syntax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Declare → OPEN → FETCH → EXIT → CLOSE; attributes; joins; parameterized cursors; FOR UPDATE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Master explicit cursor lifecycle and attributes</a:t>
            </a:r>
          </a:p>
          <a:p>
            <a:pPr marL="0" indent="0">
              <a:buNone/>
            </a:pPr>
            <a:r>
              <a:rPr dirty="0"/>
              <a:t>• Parameterized cursors and joins</a:t>
            </a:r>
          </a:p>
          <a:p>
            <a:pPr marL="0" indent="0">
              <a:buNone/>
            </a:pPr>
            <a:r>
              <a:rPr dirty="0"/>
              <a:t>• FOR UPDATE and WHERE CURRENT OF</a:t>
            </a:r>
          </a:p>
          <a:p>
            <a:pPr marL="0" indent="0">
              <a:buNone/>
            </a:pPr>
            <a:r>
              <a:rPr dirty="0"/>
              <a:t>• Resource safety and exception handling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CURSOR c IS &lt;query&gt;;</a:t>
            </a:r>
          </a:p>
          <a:p>
            <a:pPr marL="0" indent="0">
              <a:buNone/>
            </a:pPr>
            <a:r>
              <a:rPr dirty="0"/>
              <a:t>• OPEN c; FETCH c INTO vars; EXIT WHEN </a:t>
            </a:r>
            <a:r>
              <a:rPr dirty="0" err="1"/>
              <a:t>c%NOTFOUND</a:t>
            </a:r>
            <a:r>
              <a:rPr dirty="0"/>
              <a:t>; CLOSE c;</a:t>
            </a:r>
          </a:p>
          <a:p>
            <a:pPr marL="0" indent="0">
              <a:buNone/>
            </a:pPr>
            <a:r>
              <a:rPr dirty="0"/>
              <a:t>• Attributes: </a:t>
            </a:r>
            <a:r>
              <a:rPr dirty="0" err="1"/>
              <a:t>c%ISOPEN</a:t>
            </a:r>
            <a:r>
              <a:rPr dirty="0"/>
              <a:t>, </a:t>
            </a:r>
            <a:r>
              <a:rPr dirty="0" err="1"/>
              <a:t>c%FOUND</a:t>
            </a:r>
            <a:r>
              <a:rPr dirty="0"/>
              <a:t>, </a:t>
            </a:r>
            <a:r>
              <a:rPr dirty="0" err="1"/>
              <a:t>c%NOTFOUND</a:t>
            </a:r>
            <a:r>
              <a:rPr dirty="0"/>
              <a:t>, </a:t>
            </a:r>
            <a:r>
              <a:rPr dirty="0" err="1"/>
              <a:t>c%ROWCOUNT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Manual loop vs cursor FOR loop</a:t>
            </a:r>
          </a:p>
          <a:p>
            <a:pPr marL="0" indent="0">
              <a:buNone/>
            </a:pPr>
            <a:r>
              <a:rPr dirty="0"/>
              <a:t>• Join cursors for enriched rows</a:t>
            </a:r>
          </a:p>
          <a:p>
            <a:pPr marL="0" indent="0">
              <a:buNone/>
            </a:pPr>
            <a:r>
              <a:rPr dirty="0"/>
              <a:t>• Locking with FOR UPDATE</a:t>
            </a:r>
          </a:p>
          <a:p>
            <a:pPr marL="0" indent="0">
              <a:buNone/>
            </a:pPr>
            <a:r>
              <a:rPr dirty="0"/>
              <a:t>• Defensive cleanup in EXCEPTION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Close in all paths</a:t>
            </a:r>
          </a:p>
          <a:p>
            <a:pPr marL="0" indent="0">
              <a:buNone/>
            </a:pPr>
            <a:r>
              <a:rPr dirty="0"/>
              <a:t>• Keep SELECT lists aligned with INTO</a:t>
            </a:r>
          </a:p>
          <a:p>
            <a:pPr marL="0" indent="0">
              <a:buNone/>
            </a:pPr>
            <a:r>
              <a:rPr dirty="0"/>
              <a:t>• Filter early and ORDER BY explicitly</a:t>
            </a:r>
          </a:p>
          <a:p>
            <a:pPr marL="0" indent="0">
              <a:buNone/>
            </a:pPr>
            <a:r>
              <a:rPr dirty="0"/>
              <a:t>• Use FOR loop for simple scans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148</Words>
  <Application>Microsoft Office PowerPoint</Application>
  <PresentationFormat>On-screen Show (4:3)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Session 072: Explicit Cursor Syntax</vt:lpstr>
      <vt:lpstr>Objectives</vt:lpstr>
      <vt:lpstr>Core Syntax</vt:lpstr>
      <vt:lpstr>Patterns</vt:lpstr>
      <vt:lpstr>Best Practices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2025-11-13T02:49:53Z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2025-11-13T02:49:53Z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0ce2cea4-d5f7-454d-b46f-8c17225e00f9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