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071: SQL%FOUND Attribute Usage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Understanding SQL%FOUND, SQL%NOTFOUND, and SQL%ROWCOUNT with DML and SELECT INTO; patterns, pitfalls, and 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Know what SQL%FOUND means after DML/SELECT INTO</a:t>
            </a:r>
          </a:p>
          <a:p>
            <a:pPr marL="0" indent="0">
              <a:buNone/>
            </a:pPr>
            <a:r>
              <a:rPr sz="2800" dirty="0"/>
              <a:t>• Contrast SQL%FOUND vs SQL%ROWCOUNT vs SQL%NOTFOUND</a:t>
            </a:r>
          </a:p>
          <a:p>
            <a:pPr marL="0" indent="0">
              <a:buNone/>
            </a:pPr>
            <a:r>
              <a:rPr sz="2800" dirty="0"/>
              <a:t>• Use guard blocks to avoid NO_DATA_FOUND/TOO_MANY_ROWS</a:t>
            </a:r>
          </a:p>
          <a:p>
            <a:pPr marL="0" indent="0">
              <a:buNone/>
            </a:pPr>
            <a:r>
              <a:rPr sz="2800" dirty="0"/>
              <a:t>• Encapsulate patterns in procedures for reuse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Applies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• Implicit cursors created by INSERT/UPDATE/DELETE</a:t>
            </a:r>
          </a:p>
          <a:p>
            <a:r>
              <a:rPr sz="2800" dirty="0"/>
              <a:t>• SELECT INTO (exactly one row expected)</a:t>
            </a:r>
          </a:p>
          <a:p>
            <a:r>
              <a:rPr sz="2800" dirty="0"/>
              <a:t>• Not for explicit cursors (use </a:t>
            </a:r>
            <a:r>
              <a:rPr sz="2800" dirty="0" err="1"/>
              <a:t>c%FOUND</a:t>
            </a:r>
            <a:r>
              <a:rPr sz="2800" dirty="0"/>
              <a:t> instead)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</a:t>
            </a:r>
            <a:r>
              <a:rPr sz="2800" dirty="0" err="1"/>
              <a:t>Upsert</a:t>
            </a:r>
            <a:r>
              <a:rPr sz="2800" dirty="0"/>
              <a:t>-like flow: try UPDATE, check SQL%FOUND, else INSERT</a:t>
            </a:r>
          </a:p>
          <a:p>
            <a:pPr marL="0" indent="0">
              <a:buNone/>
            </a:pPr>
            <a:r>
              <a:rPr sz="2800" dirty="0"/>
              <a:t>• Safe delete: DELETE then check SQL%ROWCOUNT</a:t>
            </a:r>
          </a:p>
          <a:p>
            <a:pPr marL="0" indent="0">
              <a:buNone/>
            </a:pPr>
            <a:r>
              <a:rPr sz="2800" dirty="0"/>
              <a:t>• Pre-check existence with SELECT COUNT(*) before SELECT INTO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2800" dirty="0"/>
              <a:t>• Always print or log affected row counts in admin scripts</a:t>
            </a:r>
          </a:p>
          <a:p>
            <a:pPr marL="0" indent="0">
              <a:buNone/>
            </a:pPr>
            <a:r>
              <a:rPr sz="2800" dirty="0"/>
              <a:t>• Roll back training changes; commit in production flows intentionally</a:t>
            </a:r>
          </a:p>
          <a:p>
            <a:pPr marL="0" indent="0">
              <a:buNone/>
            </a:pPr>
            <a:r>
              <a:rPr sz="2800" dirty="0"/>
              <a:t>• Keep exception blocks minimal; prefer control-flow checks first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188</Words>
  <Application>Microsoft Office PowerPoint</Application>
  <PresentationFormat>On-screen Show (4:3)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Session 071: SQL%FOUND Attribute Usage</vt:lpstr>
      <vt:lpstr>Objectives</vt:lpstr>
      <vt:lpstr>Where It Applies</vt:lpstr>
      <vt:lpstr>Common Patterns</vt:lpstr>
      <vt:lpstr>Best Practices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2025-11-12T13:11:43Z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2025-11-12T13:11:43Z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f4544072-db23-4abb-a448-dcb68de2b33d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