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076: Strong vs Weak REF Cursors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Differences, usage patterns, type safety, dynamic SQL, parameterized designs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 REF CURSOR types</a:t>
            </a:r>
          </a:p>
          <a:p>
            <a:pPr marL="0" indent="0">
              <a:buNone/>
            </a:pPr>
            <a:r>
              <a:rPr sz="2400" dirty="0"/>
              <a:t>• Difference between strong and weak REF CURSORs</a:t>
            </a:r>
          </a:p>
          <a:p>
            <a:pPr marL="0" indent="0">
              <a:buNone/>
            </a:pPr>
            <a:r>
              <a:rPr sz="2400" dirty="0"/>
              <a:t>• When to use each type</a:t>
            </a:r>
          </a:p>
          <a:p>
            <a:pPr marL="0" indent="0">
              <a:buNone/>
            </a:pPr>
            <a:r>
              <a:rPr sz="2400" dirty="0"/>
              <a:t>• Dynamic SQL with OPEN ... FOR</a:t>
            </a:r>
          </a:p>
          <a:p>
            <a:pPr marL="0" indent="0">
              <a:buNone/>
            </a:pPr>
            <a:r>
              <a:rPr sz="2400" dirty="0"/>
              <a:t>• Passing REF CURSORs between subprograms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REF CURSOR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Defined with return type</a:t>
            </a:r>
          </a:p>
          <a:p>
            <a:pPr marL="0" indent="0">
              <a:buNone/>
            </a:pPr>
            <a:r>
              <a:rPr sz="2800" dirty="0"/>
              <a:t>• Ensures type safety at compile time</a:t>
            </a:r>
          </a:p>
          <a:p>
            <a:pPr marL="0" indent="0">
              <a:buNone/>
            </a:pPr>
            <a:r>
              <a:rPr sz="2800" dirty="0"/>
              <a:t>• Ideal for stable SELECT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Weak REF CURSOR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SYS_REFCURSOR or REF CURSOR without return type</a:t>
            </a:r>
          </a:p>
          <a:p>
            <a:pPr marL="0" indent="0">
              <a:buNone/>
            </a:pPr>
            <a:r>
              <a:rPr sz="2400" dirty="0"/>
              <a:t>• Flexible result shapes</a:t>
            </a:r>
          </a:p>
          <a:p>
            <a:pPr marL="0" indent="0">
              <a:buNone/>
            </a:pPr>
            <a:r>
              <a:rPr sz="2400" dirty="0"/>
              <a:t>• Used with dynamic 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Helper procedures returning REF CURSOR</a:t>
            </a:r>
          </a:p>
          <a:p>
            <a:pPr marL="0" indent="0">
              <a:buNone/>
            </a:pPr>
            <a:r>
              <a:rPr sz="2800" dirty="0"/>
              <a:t>• Ownership rules: caller closes</a:t>
            </a:r>
          </a:p>
          <a:p>
            <a:pPr marL="0" indent="0">
              <a:buNone/>
            </a:pPr>
            <a:r>
              <a:rPr sz="2800" dirty="0"/>
              <a:t>• Exception safety when working with REF CURSORs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119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076: Strong vs Weak REF Cursors</vt:lpstr>
      <vt:lpstr>Objectives</vt:lpstr>
      <vt:lpstr>Strong REF CURSOR</vt:lpstr>
      <vt:lpstr>Weak REF CURSOR</vt:lpstr>
      <vt:lpstr>Design Patterns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2025-11-13T04:16:56Z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2025-11-13T04:16:56Z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fbbb359f-3202-4bf1-8bb3-7f53a4c24966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