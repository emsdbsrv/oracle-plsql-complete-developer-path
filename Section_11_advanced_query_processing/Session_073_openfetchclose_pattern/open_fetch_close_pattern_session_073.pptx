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073: OPEN–FETCH–CLOSE Pattern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Explicit cursors, REF CURSORs, and safe lifecycle management</a:t>
            </a:r>
          </a:p>
          <a:p>
            <a:r>
              <a:t>Static vs dynamic queries, attributes, and exception-safe cleanup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Understand the OPEN–FETCH–EXIT–CLOSE lifecycle for explicit cursors</a:t>
            </a:r>
          </a:p>
          <a:p>
            <a:pPr marL="0" indent="0">
              <a:buNone/>
            </a:pPr>
            <a:r>
              <a:rPr dirty="0"/>
              <a:t>• Use cursor attributes safely (%FOUND, %NOTFOUND, %ROWCOUNT, %ISOPEN)</a:t>
            </a:r>
          </a:p>
          <a:p>
            <a:pPr marL="0" indent="0">
              <a:buNone/>
            </a:pPr>
            <a:r>
              <a:rPr dirty="0"/>
              <a:t>• Work with static explicit cursors and REF CURSORs (dynamic SQL)</a:t>
            </a:r>
          </a:p>
          <a:p>
            <a:pPr marL="0" indent="0">
              <a:buNone/>
            </a:pPr>
            <a:r>
              <a:rPr dirty="0"/>
              <a:t>• Implement exception-safe cleanup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OPEN–FETCH–CLOSE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OPEN c;  -- allocate resources and bind result set</a:t>
            </a:r>
          </a:p>
          <a:p>
            <a:pPr marL="0" indent="0">
              <a:buNone/>
            </a:pPr>
            <a:r>
              <a:rPr dirty="0"/>
              <a:t>• FETCH c INTO vars;  -- move to next row</a:t>
            </a:r>
          </a:p>
          <a:p>
            <a:pPr marL="0" indent="0">
              <a:buNone/>
            </a:pPr>
            <a:r>
              <a:rPr dirty="0"/>
              <a:t>• EXIT WHEN </a:t>
            </a:r>
            <a:r>
              <a:rPr dirty="0" err="1"/>
              <a:t>c%NOTFOUND</a:t>
            </a:r>
            <a:r>
              <a:rPr dirty="0"/>
              <a:t>;  -- stop after last row</a:t>
            </a:r>
          </a:p>
          <a:p>
            <a:pPr marL="0" indent="0">
              <a:buNone/>
            </a:pPr>
            <a:r>
              <a:rPr dirty="0"/>
              <a:t>• CLOSE c;  -- always close to free resources</a:t>
            </a:r>
          </a:p>
          <a:p>
            <a:pPr marL="0" indent="0">
              <a:buNone/>
            </a:pPr>
            <a:r>
              <a:rPr dirty="0"/>
              <a:t>• Attributes driven by last FETCH on that cursor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Explicit vs REF CURSOR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Explicit cursor: CURSOR c IS &lt;static query&gt;;</a:t>
            </a:r>
          </a:p>
          <a:p>
            <a:pPr marL="0" indent="0">
              <a:buNone/>
            </a:pPr>
            <a:r>
              <a:rPr dirty="0"/>
              <a:t>• REF CURSOR: type </a:t>
            </a:r>
            <a:r>
              <a:rPr dirty="0" err="1"/>
              <a:t>rc</a:t>
            </a:r>
            <a:r>
              <a:rPr dirty="0"/>
              <a:t> IS REF CURSOR; OPEN </a:t>
            </a:r>
            <a:r>
              <a:rPr dirty="0" err="1"/>
              <a:t>rc</a:t>
            </a:r>
            <a:r>
              <a:rPr dirty="0"/>
              <a:t> FOR &lt;query&gt;;</a:t>
            </a:r>
          </a:p>
          <a:p>
            <a:pPr marL="0" indent="0">
              <a:buNone/>
            </a:pPr>
            <a:r>
              <a:rPr dirty="0"/>
              <a:t>• REF CURSOR useful for dynamic SQL and flexible result shapes</a:t>
            </a:r>
          </a:p>
          <a:p>
            <a:pPr marL="0" indent="0">
              <a:buNone/>
            </a:pPr>
            <a:r>
              <a:rPr dirty="0"/>
              <a:t>• Both require OPEN–FETCH–CLOSE and robust error handling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Patterns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Wrap FETCH loop in inner block; close cursor in outer block</a:t>
            </a:r>
          </a:p>
          <a:p>
            <a:pPr marL="0" indent="0">
              <a:buNone/>
            </a:pPr>
            <a:r>
              <a:rPr dirty="0"/>
              <a:t>• For REF CURSOR OUT parameters, document who closes it</a:t>
            </a:r>
          </a:p>
          <a:p>
            <a:pPr marL="0" indent="0">
              <a:buNone/>
            </a:pPr>
            <a:r>
              <a:rPr dirty="0"/>
              <a:t>• Avoid leaking open cursors in long-running sessions</a:t>
            </a:r>
          </a:p>
          <a:p>
            <a:pPr marL="0" indent="0">
              <a:buNone/>
            </a:pPr>
            <a:r>
              <a:rPr dirty="0"/>
              <a:t>• Prefer cursor FOR loops for simple read-only scans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237</Words>
  <Application>Microsoft Office PowerPoint</Application>
  <PresentationFormat>On-screen Show (4:3)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073: OPEN–FETCH–CLOSE Pattern</vt:lpstr>
      <vt:lpstr>Objectives</vt:lpstr>
      <vt:lpstr>OPEN–FETCH–CLOSE Basics</vt:lpstr>
      <vt:lpstr>Explicit vs REF CURSOR</vt:lpstr>
      <vt:lpstr>Patterns &amp; 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2025-11-13T03:23:52Z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2025-11-13T03:23:38Z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54c30b64-0948-4366-b427-56444db745d0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