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043: RETURN Statement Mechanics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RETURN exits a function and yields its value</a:t>
            </a:r>
          </a:p>
          <a:p>
            <a:pPr marL="0" indent="0">
              <a:buNone/>
            </a:pPr>
            <a:r>
              <a:rPr dirty="0"/>
              <a:t>• All execution paths must return a value</a:t>
            </a:r>
          </a:p>
          <a:p>
            <a:pPr marL="0" indent="0">
              <a:buNone/>
            </a:pPr>
            <a:r>
              <a:rPr dirty="0"/>
              <a:t>• Procedures cannot return a value</a:t>
            </a:r>
          </a:p>
          <a:p>
            <a:pPr marL="0" indent="0">
              <a:buNone/>
            </a:pPr>
            <a:r>
              <a:rPr dirty="0"/>
              <a:t>• Prefer a single return unless guards improve clarity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Accumulator + single return</a:t>
            </a:r>
          </a:p>
          <a:p>
            <a:pPr marL="0" indent="0">
              <a:buNone/>
            </a:pPr>
            <a:r>
              <a:rPr dirty="0"/>
              <a:t>• Early return guards for invalid inputs</a:t>
            </a:r>
          </a:p>
          <a:p>
            <a:pPr marL="0" indent="0">
              <a:buNone/>
            </a:pPr>
            <a:r>
              <a:rPr dirty="0"/>
              <a:t>• %TYPE anchors for stability</a:t>
            </a:r>
          </a:p>
          <a:p>
            <a:pPr marL="0" indent="0">
              <a:buNone/>
            </a:pPr>
            <a:r>
              <a:rPr dirty="0"/>
              <a:t>• Exception-to-value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Generate tests for all return paths</a:t>
            </a:r>
          </a:p>
          <a:p>
            <a:pPr marL="0" indent="0">
              <a:buNone/>
            </a:pPr>
            <a:r>
              <a:rPr dirty="0"/>
              <a:t>• Ask for guard clauses and boundary conditions</a:t>
            </a:r>
          </a:p>
          <a:p>
            <a:pPr marL="0" indent="0">
              <a:buNone/>
            </a:pPr>
            <a:r>
              <a:rPr dirty="0"/>
              <a:t>• Suggest %TYPE anchors for return 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</Words>
  <Application>Microsoft Office PowerPoint</Application>
  <PresentationFormat>On-screen Show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Session 043: RETURN Statement Mechanics</vt:lpstr>
      <vt:lpstr>Key Concepts</vt:lpstr>
      <vt:lpstr>Patterns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2025-11-08T11:18:50Z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2025-11-08T11:18:48Z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b0165621-c2a8-46c5-bee4-7d3b4f23d42b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