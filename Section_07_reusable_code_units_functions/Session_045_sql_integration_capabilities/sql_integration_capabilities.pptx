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045: SQL Integration Capabilities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SQL in PL/SQL: SELECT INTO, DML, MERGE, RETURNING INTO</a:t>
            </a:r>
          </a:p>
          <a:p>
            <a:pPr marL="0" indent="0">
              <a:buNone/>
            </a:pPr>
            <a:r>
              <a:rPr dirty="0"/>
              <a:t>• Implicit vs Explicit cursors; cursor FOR loops</a:t>
            </a:r>
          </a:p>
          <a:p>
            <a:pPr marL="0" indent="0">
              <a:buNone/>
            </a:pPr>
            <a:r>
              <a:rPr dirty="0"/>
              <a:t>• %TYPE and %ROWTYPE for schema safety</a:t>
            </a:r>
          </a:p>
          <a:p>
            <a:pPr marL="0" indent="0">
              <a:buNone/>
            </a:pPr>
            <a:r>
              <a:rPr dirty="0"/>
              <a:t>• SQL functions inside PL/SQL expressions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Single-row SELECT INTO with NO_DATA_FOUND handling</a:t>
            </a:r>
          </a:p>
          <a:p>
            <a:pPr marL="0" indent="0">
              <a:buNone/>
            </a:pPr>
            <a:r>
              <a:rPr dirty="0"/>
              <a:t>• Explicit cursors with parameters</a:t>
            </a:r>
          </a:p>
          <a:p>
            <a:pPr marL="0" indent="0">
              <a:buNone/>
            </a:pPr>
            <a:r>
              <a:rPr dirty="0"/>
              <a:t>• RETURNING INTO for key retrieval</a:t>
            </a:r>
          </a:p>
          <a:p>
            <a:pPr marL="0" indent="0">
              <a:buNone/>
            </a:pPr>
            <a:r>
              <a:rPr dirty="0"/>
              <a:t>• MERGE for </a:t>
            </a:r>
            <a:r>
              <a:rPr dirty="0" err="1"/>
              <a:t>upsert</a:t>
            </a:r>
            <a:r>
              <a:rPr dirty="0"/>
              <a:t>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Prefer %TYPE/%ROWTYPE to prevent drift</a:t>
            </a:r>
          </a:p>
          <a:p>
            <a:pPr marL="0" indent="0">
              <a:buNone/>
            </a:pPr>
            <a:r>
              <a:rPr dirty="0"/>
              <a:t>• Keep SQL set-based; minimize row-by-row</a:t>
            </a:r>
          </a:p>
          <a:p>
            <a:pPr marL="0" indent="0">
              <a:buNone/>
            </a:pPr>
            <a:r>
              <a:rPr dirty="0"/>
              <a:t>• Use CURSOR FOR LOOP to auto-open/fetch/close</a:t>
            </a:r>
          </a:p>
          <a:p>
            <a:pPr marL="0" indent="0">
              <a:buNone/>
            </a:pPr>
            <a:r>
              <a:rPr dirty="0"/>
              <a:t>• Handle SQL%ROWCOUNT, SQL%FOUND/NOTFOUND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Copilot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Ask for exception scaffolds</a:t>
            </a:r>
          </a:p>
          <a:p>
            <a:pPr marL="0" indent="0">
              <a:buNone/>
            </a:pPr>
            <a:r>
              <a:rPr dirty="0"/>
              <a:t>• Generate cursor parameter matrices</a:t>
            </a:r>
          </a:p>
          <a:p>
            <a:pPr marL="0" indent="0">
              <a:buNone/>
            </a:pPr>
            <a:r>
              <a:rPr dirty="0"/>
              <a:t>• Suggest MERGE/RETURNING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045: SQL Integration Capabilities</vt:lpstr>
      <vt:lpstr>Integration Surfaces</vt:lpstr>
      <vt:lpstr>Core Patterns</vt:lpstr>
      <vt:lpstr>Best Practices</vt:lpstr>
      <vt:lpstr>Optional: Copilot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2025-11-08T11:47:27Z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2025-11-08T11:47:27Z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b796fe54-e6f5-4e7e-869c-4e2527ad5cd8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