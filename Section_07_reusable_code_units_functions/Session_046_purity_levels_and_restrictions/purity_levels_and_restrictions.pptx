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046: Purity Levels and Restrictions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Purity Levels?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Historical contract via PRAGMA RESTRICT_REFERENCES</a:t>
            </a:r>
          </a:p>
          <a:p>
            <a:pPr marL="0" indent="0">
              <a:buNone/>
            </a:pPr>
            <a:r>
              <a:rPr dirty="0"/>
              <a:t>• Declares if a function reads/writes DB state or package state</a:t>
            </a:r>
          </a:p>
          <a:p>
            <a:pPr marL="0" indent="0">
              <a:buNone/>
            </a:pPr>
            <a:r>
              <a:rPr dirty="0"/>
              <a:t>• Classic flags: WNDS, RNDS, WNPS, RNPS</a:t>
            </a:r>
          </a:p>
          <a:p>
            <a:pPr marL="0" indent="0">
              <a:buNone/>
            </a:pPr>
            <a:r>
              <a:rPr dirty="0"/>
              <a:t>• Guides SQL/optimizer about call safety and side effects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Flags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WNDS: Writes No Database State</a:t>
            </a:r>
          </a:p>
          <a:p>
            <a:pPr marL="0" indent="0">
              <a:buNone/>
            </a:pPr>
            <a:r>
              <a:rPr dirty="0"/>
              <a:t>• RNDS: Reads No Database State</a:t>
            </a:r>
          </a:p>
          <a:p>
            <a:pPr marL="0" indent="0">
              <a:buNone/>
            </a:pPr>
            <a:r>
              <a:rPr dirty="0"/>
              <a:t>• WNPS: Writes No Package State</a:t>
            </a:r>
          </a:p>
          <a:p>
            <a:pPr marL="0" indent="0">
              <a:buNone/>
            </a:pPr>
            <a:r>
              <a:rPr dirty="0"/>
              <a:t>• RNPS: Reads No Package State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Prefer pure, side-effect-free functions</a:t>
            </a:r>
          </a:p>
          <a:p>
            <a:pPr marL="0" indent="0">
              <a:buNone/>
            </a:pPr>
            <a:r>
              <a:rPr dirty="0"/>
              <a:t>• Use DETERMINISTIC and RESULT_CACHE where applicable</a:t>
            </a:r>
          </a:p>
          <a:p>
            <a:pPr marL="0" indent="0">
              <a:buNone/>
            </a:pPr>
            <a:r>
              <a:rPr dirty="0"/>
              <a:t>• Keep SQL inside functions minimal and predictable</a:t>
            </a:r>
          </a:p>
          <a:p>
            <a:pPr marL="0" indent="0">
              <a:buNone/>
            </a:pPr>
            <a:r>
              <a:rPr dirty="0"/>
              <a:t>• Document assumptions; add unit tests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When calling PL/SQL from SQL context</a:t>
            </a:r>
          </a:p>
          <a:p>
            <a:pPr marL="0" indent="0">
              <a:buNone/>
            </a:pPr>
            <a:r>
              <a:rPr dirty="0"/>
              <a:t>• When ensuring functions are safe for query rewrite</a:t>
            </a:r>
          </a:p>
          <a:p>
            <a:pPr marL="0" indent="0">
              <a:buNone/>
            </a:pPr>
            <a:r>
              <a:rPr dirty="0"/>
              <a:t>• For code quality and review gates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Optional: AI Hints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Generate purity checklists for each function</a:t>
            </a:r>
          </a:p>
          <a:p>
            <a:pPr marL="0" indent="0">
              <a:buNone/>
            </a:pPr>
            <a:r>
              <a:rPr dirty="0"/>
              <a:t>• Suggest refactors to remove state writes/reads</a:t>
            </a:r>
          </a:p>
          <a:p>
            <a:pPr marL="0" indent="0">
              <a:buNone/>
            </a:pPr>
            <a:r>
              <a:rPr dirty="0"/>
              <a:t>• Produce tests for SQL-callable safety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178</Words>
  <Application>Microsoft Office PowerPoint</Application>
  <PresentationFormat>On-screen Show (4:3)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Session 046: Purity Levels and Restrictions</vt:lpstr>
      <vt:lpstr>What are Purity Levels?</vt:lpstr>
      <vt:lpstr>Flags Explained</vt:lpstr>
      <vt:lpstr>Modern Practice</vt:lpstr>
      <vt:lpstr>When to Use</vt:lpstr>
      <vt:lpstr>Optional: AI Hints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3</cp:revision>
  <dcterms:created xsi:type="dcterms:W3CDTF">2013-01-27T09:14:16Z</dcterms:created>
  <dcterms:modified xsi:type="dcterms:W3CDTF">2025-11-08T13:11:11Z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2025-11-08T13:07:19Z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92665786-1718-4d06-b324-fa9a3bc7bdc1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