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044: Deterministic Function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DETERMINISTIC: same inputs -&gt; same output (no hidden state)</a:t>
            </a:r>
          </a:p>
          <a:p>
            <a:r>
              <a:t>• Non-deterministic: depends on time, random, session, package state</a:t>
            </a:r>
          </a:p>
          <a:p>
            <a:r>
              <a:t>• RESULT_CACHE: cache result across calls (if enabled)</a:t>
            </a:r>
          </a:p>
          <a:p>
            <a:r>
              <a:t>• Use %TYPE anchors; keep functions side-effect 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DETERMINISTIC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Pure transformations: normalize, format, compute hashes</a:t>
            </a:r>
          </a:p>
          <a:p>
            <a:r>
              <a:t>• Stable lookups on immutable reference tables</a:t>
            </a:r>
          </a:p>
          <a:p>
            <a:r>
              <a:t>• Expression repeated many times in queries</a:t>
            </a:r>
          </a:p>
          <a:p>
            <a:r>
              <a:t>• Avoid if function reads volatile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Gotchas &amp;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Marking a function DETERMINISTIC does not enforce purity</a:t>
            </a:r>
          </a:p>
          <a:p>
            <a:pPr marL="0" indent="0">
              <a:buNone/>
            </a:pPr>
            <a:r>
              <a:rPr dirty="0"/>
              <a:t>• Don’t use SYSDATE, SYSTIMESTAMP, DBMS_RANDOM, sequence </a:t>
            </a:r>
            <a:r>
              <a:rPr dirty="0" err="1"/>
              <a:t>currval</a:t>
            </a:r>
            <a:endParaRPr dirty="0"/>
          </a:p>
          <a:p>
            <a:pPr marL="0" indent="0">
              <a:buNone/>
            </a:pPr>
            <a:r>
              <a:rPr dirty="0"/>
              <a:t>• Avoid package state, context, NLS/session-dependent logic</a:t>
            </a:r>
          </a:p>
          <a:p>
            <a:pPr marL="0" indent="0">
              <a:buNone/>
            </a:pPr>
            <a:r>
              <a:rPr dirty="0"/>
              <a:t>• If source tables change, cached results may be stale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RESULT_CACHE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Caches function return by parameter signature</a:t>
            </a:r>
          </a:p>
          <a:p>
            <a:pPr marL="0" indent="0">
              <a:buNone/>
            </a:pPr>
            <a:r>
              <a:rPr dirty="0"/>
              <a:t>• Invalidation on table dependency changes if marked</a:t>
            </a:r>
          </a:p>
          <a:p>
            <a:pPr marL="0" indent="0">
              <a:buNone/>
            </a:pPr>
            <a:r>
              <a:rPr dirty="0"/>
              <a:t>• Requires server-side result cache to be enabled</a:t>
            </a:r>
          </a:p>
          <a:p>
            <a:pPr marL="0" indent="0">
              <a:buNone/>
            </a:pPr>
            <a:r>
              <a:rPr dirty="0"/>
              <a:t>• Great for read-mostly reference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tests proving determinism</a:t>
            </a:r>
          </a:p>
          <a:p>
            <a:pPr marL="0" indent="0">
              <a:buNone/>
            </a:pPr>
            <a:r>
              <a:rPr dirty="0"/>
              <a:t>• Ask for cache warm-up scripts and benchmarks</a:t>
            </a:r>
          </a:p>
          <a:p>
            <a:pPr marL="0" indent="0">
              <a:buNone/>
            </a:pPr>
            <a:r>
              <a:rPr dirty="0"/>
              <a:t>• Request refactor suggestions to remove non-determinism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044: Deterministic Function Optimization</vt:lpstr>
      <vt:lpstr>Key Concepts</vt:lpstr>
      <vt:lpstr>When to Use DETERMINISTIC</vt:lpstr>
      <vt:lpstr>Gotchas &amp; Correctness</vt:lpstr>
      <vt:lpstr>RESULT_CACHE Overview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2025-11-08T11:35:28Z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2025-11-08T11:35:28Z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04e2a2b9-ec8c-45b0-a079-fddc5f6fcf68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