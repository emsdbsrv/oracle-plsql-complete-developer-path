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098: BULK COLLECT Arrays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High-performance query result fetching into PL/SQL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Understand what BULK COLLECT does</a:t>
            </a:r>
          </a:p>
          <a:p>
            <a:pPr marL="0" indent="0">
              <a:buNone/>
            </a:pPr>
            <a:r>
              <a:rPr sz="2800" dirty="0"/>
              <a:t>• Learn how to fetch many rows in a single call</a:t>
            </a:r>
          </a:p>
          <a:p>
            <a:pPr marL="0" indent="0">
              <a:buNone/>
            </a:pPr>
            <a:r>
              <a:rPr sz="2800" dirty="0"/>
              <a:t>• Use different collection types (nested tables, </a:t>
            </a:r>
            <a:r>
              <a:rPr sz="2800" dirty="0" err="1"/>
              <a:t>varrays</a:t>
            </a:r>
            <a:r>
              <a:rPr sz="2800" dirty="0"/>
              <a:t>, associative arrays)</a:t>
            </a:r>
          </a:p>
          <a:p>
            <a:pPr marL="0" indent="0">
              <a:buNone/>
            </a:pPr>
            <a:r>
              <a:rPr sz="2800" dirty="0"/>
              <a:t>• Prepare for FORALL-based bulk DML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BULK COLLECT?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Extension to SELECT, FETCH, or RETURNING INTO</a:t>
            </a:r>
          </a:p>
          <a:p>
            <a:pPr marL="0" indent="0">
              <a:buNone/>
            </a:pPr>
            <a:r>
              <a:rPr sz="2800" dirty="0"/>
              <a:t>• Moves multiple rows from SQL engine to PL/SQL in one operation</a:t>
            </a:r>
          </a:p>
          <a:p>
            <a:pPr marL="0" indent="0">
              <a:buNone/>
            </a:pPr>
            <a:r>
              <a:rPr sz="2800" dirty="0"/>
              <a:t>• Reduces context switches compared to row-by-row fetch</a:t>
            </a:r>
          </a:p>
          <a:p>
            <a:pPr marL="0" indent="0">
              <a:buNone/>
            </a:pPr>
            <a:r>
              <a:rPr sz="2800" dirty="0"/>
              <a:t>• Fills a collection instead of a single scalar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Nested tables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Varrays</a:t>
            </a:r>
            <a:endParaRPr sz="2800" dirty="0"/>
          </a:p>
          <a:p>
            <a:pPr marL="0" indent="0">
              <a:buNone/>
            </a:pPr>
            <a:r>
              <a:rPr sz="2800" dirty="0"/>
              <a:t>• Associative arrays (index-by tables)</a:t>
            </a:r>
          </a:p>
          <a:p>
            <a:pPr marL="0" indent="0">
              <a:buNone/>
            </a:pPr>
            <a:r>
              <a:rPr sz="2800" dirty="0"/>
              <a:t>• Multiple parallel collections for multiple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BULK COLLECT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When processing many rows in PL/SQL</a:t>
            </a:r>
          </a:p>
          <a:p>
            <a:pPr marL="0" indent="0">
              <a:buNone/>
            </a:pPr>
            <a:r>
              <a:rPr sz="2400" dirty="0"/>
              <a:t>• When you need to pass sets into FORALL</a:t>
            </a:r>
          </a:p>
          <a:p>
            <a:pPr marL="0" indent="0">
              <a:buNone/>
            </a:pPr>
            <a:r>
              <a:rPr sz="2400" dirty="0"/>
              <a:t>• When row-by-row loops are too slow</a:t>
            </a:r>
          </a:p>
          <a:p>
            <a:pPr marL="0" indent="0">
              <a:buNone/>
            </a:pPr>
            <a:r>
              <a:rPr sz="2400" dirty="0"/>
              <a:t>• Combined with LIMIT for large data 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098: BULK COLLECT Arrays</vt:lpstr>
      <vt:lpstr>Objectives</vt:lpstr>
      <vt:lpstr>What Is BULK COLLECT?</vt:lpstr>
      <vt:lpstr>Supported Targets</vt:lpstr>
      <vt:lpstr>When To Use BULK COLLECT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2025-11-14T03:17:32Z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2025-11-14T03:17:01Z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2e201496-0678-4c2a-89f4-0e4cbba1b8fa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