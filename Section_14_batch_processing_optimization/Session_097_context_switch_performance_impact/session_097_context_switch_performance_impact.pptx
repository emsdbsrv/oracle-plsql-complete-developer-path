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097: Context Switch Performance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SQL ⇄ PL/SQL interactions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SQL⇄PL/SQL context switching cost</a:t>
            </a:r>
          </a:p>
          <a:p>
            <a:r>
              <a:t>• Identify anti-patterns like row-by-row SQL in loops</a:t>
            </a:r>
          </a:p>
          <a:p>
            <a:r>
              <a:t>• Compare naive vs bulk vs set-based patterns</a:t>
            </a:r>
          </a:p>
          <a:p>
            <a:r>
              <a:t>• Learn when to use BULK COLLECT and FORALL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Context Switching?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PL/SQL and SQL engines are separate</a:t>
            </a:r>
          </a:p>
          <a:p>
            <a:r>
              <a:t>• Each SQL call from PL/SQL crosses an engine boundary</a:t>
            </a:r>
          </a:p>
          <a:p>
            <a:r>
              <a:t>• Many small calls = many switches = overhead</a:t>
            </a:r>
          </a:p>
          <a:p>
            <a:r>
              <a:t>• Fewer, larger calls generally perform better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 in every loop iteration</a:t>
            </a:r>
          </a:p>
          <a:p>
            <a:r>
              <a:t>• UPDATE/DELETE row-by-row in cursors</a:t>
            </a:r>
          </a:p>
          <a:p>
            <a:r>
              <a:t>• Repeated SQL function calls in tight loops</a:t>
            </a:r>
          </a:p>
          <a:p>
            <a:r>
              <a:t>• No bulk processing for batch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Reducing Switches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BULK COLLECT for reads</a:t>
            </a:r>
          </a:p>
          <a:p>
            <a:r>
              <a:t>• Use FORALL for writes</a:t>
            </a:r>
          </a:p>
          <a:p>
            <a:r>
              <a:t>• Prefer set-based SQL where possible</a:t>
            </a:r>
          </a:p>
          <a:p>
            <a:r>
              <a:t>• Use timing tools to validate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