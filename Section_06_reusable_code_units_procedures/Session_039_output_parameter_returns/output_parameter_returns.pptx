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039: Output Parameter Returns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12480" cy="4983162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Use OUT parameters to return values from procedures</a:t>
            </a:r>
          </a:p>
          <a:p>
            <a:pPr marL="0" indent="0">
              <a:buNone/>
            </a:pPr>
            <a:r>
              <a:rPr dirty="0"/>
              <a:t>• Design clear contracts: success flags, messages, and result values</a:t>
            </a:r>
          </a:p>
          <a:p>
            <a:pPr marL="0" indent="0">
              <a:buNone/>
            </a:pPr>
            <a:r>
              <a:rPr dirty="0"/>
              <a:t>• Anchor types with %TYPE/%ROWTYPE for stability</a:t>
            </a:r>
          </a:p>
          <a:p>
            <a:pPr marL="0" indent="0">
              <a:buNone/>
            </a:pPr>
            <a:r>
              <a:rPr dirty="0"/>
              <a:t>• Return result sets using SYS_REFCURSOR</a:t>
            </a:r>
          </a:p>
          <a:p>
            <a:pPr marL="0" indent="0">
              <a:buNone/>
            </a:pPr>
            <a:r>
              <a:rPr dirty="0"/>
              <a:t>• Defensive patterns: initialize OUTs, handle errors, document behavior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03920" cy="4983162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OUT scalar results (NUMBER, VARCHAR2, DATE)</a:t>
            </a:r>
          </a:p>
          <a:p>
            <a:pPr marL="0" indent="0">
              <a:buNone/>
            </a:pPr>
            <a:r>
              <a:rPr dirty="0"/>
              <a:t>• Multiple OUTs: status code + message + value</a:t>
            </a:r>
          </a:p>
          <a:p>
            <a:pPr marL="0" indent="0">
              <a:buNone/>
            </a:pPr>
            <a:r>
              <a:rPr dirty="0"/>
              <a:t>• OUT %ROWTYPE records to return a whole row</a:t>
            </a:r>
          </a:p>
          <a:p>
            <a:pPr marL="0" indent="0">
              <a:buNone/>
            </a:pPr>
            <a:r>
              <a:rPr dirty="0"/>
              <a:t>• OUT SYS_REFCURSOR for multi-row results</a:t>
            </a:r>
          </a:p>
          <a:p>
            <a:pPr marL="0" indent="0">
              <a:buNone/>
            </a:pPr>
            <a:r>
              <a:rPr dirty="0"/>
              <a:t>• On exceptions: set OUTs to safe defaults and re-raise or swallow intentionally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Always assign OUT parameters on all code paths</a:t>
            </a:r>
          </a:p>
          <a:p>
            <a:pPr marL="0" indent="0">
              <a:buNone/>
            </a:pPr>
            <a:r>
              <a:rPr dirty="0"/>
              <a:t>• Keep OUTs minimal and purposeful</a:t>
            </a:r>
          </a:p>
          <a:p>
            <a:pPr marL="0" indent="0">
              <a:buNone/>
            </a:pPr>
            <a:r>
              <a:rPr dirty="0"/>
              <a:t>• Prefer %TYPE/%ROWTYPE to avoid drift</a:t>
            </a:r>
          </a:p>
          <a:p>
            <a:pPr marL="0" indent="0">
              <a:buNone/>
            </a:pPr>
            <a:r>
              <a:rPr dirty="0"/>
              <a:t>• Consider RETURNING INTO for DML, but OUT when returning computed values</a:t>
            </a:r>
          </a:p>
          <a:p>
            <a:pPr marL="0" indent="0">
              <a:buNone/>
            </a:pPr>
            <a:r>
              <a:rPr dirty="0"/>
              <a:t>• Log SQL%ROWCOUNT; never leave OUTs NULL unintentionally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Copilot Hints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Ask for skeletons with OUT parameters and comments</a:t>
            </a:r>
          </a:p>
          <a:p>
            <a:pPr marL="0" indent="0">
              <a:buNone/>
            </a:pPr>
            <a:r>
              <a:rPr dirty="0"/>
              <a:t>• Generate %TYPE-anchored signatures and test blocks</a:t>
            </a:r>
          </a:p>
          <a:p>
            <a:pPr marL="0" indent="0">
              <a:buNone/>
            </a:pPr>
            <a:r>
              <a:rPr dirty="0"/>
              <a:t>• Request variants: scalar, %ROWTYPE, SYS_REFCURSOR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204</Words>
  <Application>Microsoft Office PowerPoint</Application>
  <PresentationFormat>On-screen Show (4:3)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039: Output Parameter Returns</vt:lpstr>
      <vt:lpstr>Objectives</vt:lpstr>
      <vt:lpstr>Design Patterns</vt:lpstr>
      <vt:lpstr>Best Practices</vt:lpstr>
      <vt:lpstr>Optional: Copilot Hints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2025-11-08T04:12:10Z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2025-11-08T04:12:10Z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c7112a2a-4699-47a6-861d-b9a6e4960dae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