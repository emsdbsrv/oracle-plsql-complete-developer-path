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038: Input Parameter Handling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Master IN parameters: validation, normalization, and type safety</a:t>
            </a:r>
          </a:p>
          <a:p>
            <a:pPr marL="0" indent="0">
              <a:buNone/>
            </a:pPr>
            <a:r>
              <a:rPr dirty="0"/>
              <a:t>• Anchor parameter types with %TYPE/%ROWTYPE</a:t>
            </a:r>
          </a:p>
          <a:p>
            <a:pPr marL="0" indent="0">
              <a:buNone/>
            </a:pPr>
            <a:r>
              <a:rPr dirty="0"/>
              <a:t>• Handle NULLs, empty strings, and whitespace correctly</a:t>
            </a:r>
          </a:p>
          <a:p>
            <a:pPr marL="0" indent="0">
              <a:buNone/>
            </a:pPr>
            <a:r>
              <a:rPr dirty="0"/>
              <a:t>• Named vs positional notation; default values (preview)</a:t>
            </a:r>
          </a:p>
          <a:p>
            <a:pPr marL="0" indent="0">
              <a:buNone/>
            </a:pPr>
            <a:r>
              <a:rPr dirty="0"/>
              <a:t>• Defensive coding patterns and error messages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Datatypes &amp; %TYPE Anchoring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 </a:t>
            </a:r>
            <a:r>
              <a:rPr dirty="0" err="1"/>
              <a:t>table.column%TYPE</a:t>
            </a:r>
            <a:r>
              <a:rPr dirty="0"/>
              <a:t> to prevent drift</a:t>
            </a:r>
          </a:p>
          <a:p>
            <a:pPr marL="0" indent="0">
              <a:buNone/>
            </a:pPr>
            <a:r>
              <a:rPr dirty="0"/>
              <a:t>• Prefer NUMBER(</a:t>
            </a:r>
            <a:r>
              <a:rPr dirty="0" err="1"/>
              <a:t>p,s</a:t>
            </a:r>
            <a:r>
              <a:rPr dirty="0"/>
              <a:t>) for money-like inputs</a:t>
            </a:r>
          </a:p>
          <a:p>
            <a:pPr marL="0" indent="0">
              <a:buNone/>
            </a:pPr>
            <a:r>
              <a:rPr dirty="0"/>
              <a:t>• Use VARCHAR2(length) for textual inputs; trim/normalize</a:t>
            </a:r>
          </a:p>
          <a:p>
            <a:pPr marL="0" indent="0">
              <a:buNone/>
            </a:pPr>
            <a:r>
              <a:rPr dirty="0"/>
              <a:t>• Use DATE/ TIMESTAMP with explicit formats when converting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NULL/empty checks; TRIM for whitespace-only</a:t>
            </a:r>
          </a:p>
          <a:p>
            <a:pPr marL="0" indent="0">
              <a:buNone/>
            </a:pPr>
            <a:r>
              <a:rPr dirty="0"/>
              <a:t>• Range checks for numeric inputs (e.g., amount&gt;0)</a:t>
            </a:r>
          </a:p>
          <a:p>
            <a:pPr marL="0" indent="0">
              <a:buNone/>
            </a:pPr>
            <a:r>
              <a:rPr dirty="0"/>
              <a:t>• White/black lists using IN (...) or lookups</a:t>
            </a:r>
          </a:p>
          <a:p>
            <a:pPr marL="0" indent="0">
              <a:buNone/>
            </a:pPr>
            <a:r>
              <a:rPr dirty="0"/>
              <a:t>• RAISE_APPLICATION_ERROR for domain violations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Named vs Positional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Positional: p(x, y)</a:t>
            </a:r>
          </a:p>
          <a:p>
            <a:pPr marL="0" indent="0">
              <a:buNone/>
            </a:pPr>
            <a:r>
              <a:rPr dirty="0"/>
              <a:t>• Named:     p(y =&gt; </a:t>
            </a:r>
            <a:r>
              <a:rPr dirty="0" err="1"/>
              <a:t>value_y</a:t>
            </a:r>
            <a:r>
              <a:rPr dirty="0"/>
              <a:t>, x =&gt; </a:t>
            </a:r>
            <a:r>
              <a:rPr dirty="0" err="1"/>
              <a:t>value_x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Mixed allowed but named improves readability and safety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Copilot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Ask for skeletons with %TYPE anchors</a:t>
            </a:r>
          </a:p>
          <a:p>
            <a:pPr marL="0" indent="0">
              <a:buNone/>
            </a:pPr>
            <a:r>
              <a:rPr dirty="0"/>
              <a:t>• Generate validation stubs and error messages</a:t>
            </a:r>
          </a:p>
          <a:p>
            <a:pPr marL="0" indent="0">
              <a:buNone/>
            </a:pPr>
            <a:r>
              <a:rPr dirty="0"/>
              <a:t>• Request input normalization helpers</a:t>
            </a:r>
          </a:p>
          <a:p>
            <a:pPr marL="0" indent="0">
              <a:buNone/>
            </a:pPr>
            <a:r>
              <a:rPr dirty="0"/>
              <a:t>• Review suggestions for correctness and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227</Words>
  <Application>Microsoft Office PowerPoint</Application>
  <PresentationFormat>On-screen Show (4:3)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Session 038: Input Parameter Handling</vt:lpstr>
      <vt:lpstr>Objectives</vt:lpstr>
      <vt:lpstr>Datatypes &amp; %TYPE Anchoring</vt:lpstr>
      <vt:lpstr>Validation Patterns</vt:lpstr>
      <vt:lpstr>Named vs Positional Notation</vt:lpstr>
      <vt:lpstr>Optional: Copilot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2025-11-08T03:42:05Z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2025-11-08T03:41:56Z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adb36238-1779-4488-a18d-3a42cd616543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