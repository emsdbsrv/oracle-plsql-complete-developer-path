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Session 036: Named Procedure Architecture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Oracle PL/SQL Complete Developer Path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CREATE PROCEDURE syntax and compilation</a:t>
            </a:r>
          </a:p>
          <a:p>
            <a:pPr marL="0" indent="0">
              <a:buNone/>
            </a:pPr>
            <a:r>
              <a:rPr dirty="0"/>
              <a:t>• Parameter modes: IN, OUT, IN OUT; defaults</a:t>
            </a:r>
          </a:p>
          <a:p>
            <a:pPr marL="0" indent="0">
              <a:buNone/>
            </a:pPr>
            <a:r>
              <a:rPr dirty="0"/>
              <a:t>• %TYPE/%ROWTYPE anchoring</a:t>
            </a:r>
          </a:p>
          <a:p>
            <a:pPr marL="0" indent="0">
              <a:buNone/>
            </a:pPr>
            <a:r>
              <a:rPr dirty="0"/>
              <a:t>• Exceptions and domain errors</a:t>
            </a:r>
          </a:p>
          <a:p>
            <a:pPr marL="0" indent="0">
              <a:buNone/>
            </a:pPr>
            <a:r>
              <a:rPr dirty="0"/>
              <a:t>• Caller-controlled transactions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Procedure Skeleton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dirty="0"/>
              <a:t>CREATE OR REPLACE PROCEDURE name(p1 IN NUMBER, p2 OUT VARCHAR2) IS</a:t>
            </a:r>
          </a:p>
          <a:p>
            <a:pPr marL="0" indent="0">
              <a:buNone/>
            </a:pPr>
            <a:r>
              <a:rPr dirty="0"/>
              <a:t>BEGIN</a:t>
            </a:r>
          </a:p>
          <a:p>
            <a:pPr marL="0" indent="0">
              <a:buNone/>
            </a:pPr>
            <a:r>
              <a:rPr dirty="0"/>
              <a:t>  NULL;</a:t>
            </a:r>
          </a:p>
          <a:p>
            <a:pPr marL="0" indent="0">
              <a:buNone/>
            </a:pPr>
            <a:r>
              <a:rPr dirty="0"/>
              <a:t>EXCEPTION</a:t>
            </a:r>
          </a:p>
          <a:p>
            <a:pPr marL="0" indent="0">
              <a:buNone/>
            </a:pPr>
            <a:r>
              <a:rPr dirty="0"/>
              <a:t>  WHEN OTHERS THEN NULL;</a:t>
            </a:r>
          </a:p>
          <a:p>
            <a:pPr marL="0" indent="0">
              <a:buNone/>
            </a:pPr>
            <a:r>
              <a:rPr dirty="0"/>
              <a:t>END name;</a:t>
            </a:r>
          </a:p>
          <a:p>
            <a:pPr marL="0" indent="0">
              <a:buNone/>
            </a:pPr>
            <a:r>
              <a:rPr dirty="0"/>
              <a:t>/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Optional: Copilot Tips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Generate templates and parameter docs</a:t>
            </a:r>
          </a:p>
          <a:p>
            <a:pPr marL="0" indent="0">
              <a:buNone/>
            </a:pPr>
            <a:r>
              <a:rPr dirty="0"/>
              <a:t>• Ask for %TYPE anchors</a:t>
            </a:r>
          </a:p>
          <a:p>
            <a:pPr marL="0" indent="0">
              <a:buNone/>
            </a:pPr>
            <a:r>
              <a:rPr dirty="0"/>
              <a:t>• Request exception templates and logging wrappers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101</Words>
  <Application>Microsoft Office PowerPoint</Application>
  <PresentationFormat>On-screen Show (4:3)</PresentationFormat>
  <Paragraphs>20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Session 036: Named Procedure Architecture</vt:lpstr>
      <vt:lpstr>Objectives</vt:lpstr>
      <vt:lpstr>Procedure Skeleton</vt:lpstr>
      <vt:lpstr>Optional: Copilot Tips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Avishesh Jha</cp:lastModifiedBy>
  <cp:revision>2</cp:revision>
  <dcterms:created xsi:type="dcterms:W3CDTF">2013-01-27T09:14:16Z</dcterms:created>
  <dcterms:modified xsi:type="dcterms:W3CDTF">2025-11-08T03:15:28Z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e551e3-0043-40f0-9a67-12d995049d50_Enabled">
    <vt:lpwstr>true</vt:lpwstr>
  </property>
  <property fmtid="{D5CDD505-2E9C-101B-9397-08002B2CF9AE}" pid="3" name="MSIP_Label_2ae551e3-0043-40f0-9a67-12d995049d50_SetDate">
    <vt:lpwstr>2025-11-08T03:15:28Z</vt:lpwstr>
  </property>
  <property fmtid="{D5CDD505-2E9C-101B-9397-08002B2CF9AE}" pid="4" name="MSIP_Label_2ae551e3-0043-40f0-9a67-12d995049d50_Method">
    <vt:lpwstr>Standard</vt:lpwstr>
  </property>
  <property fmtid="{D5CDD505-2E9C-101B-9397-08002B2CF9AE}" pid="5" name="MSIP_Label_2ae551e3-0043-40f0-9a67-12d995049d50_Name">
    <vt:lpwstr>Brillio Confidential</vt:lpwstr>
  </property>
  <property fmtid="{D5CDD505-2E9C-101B-9397-08002B2CF9AE}" pid="6" name="MSIP_Label_2ae551e3-0043-40f0-9a67-12d995049d50_SiteId">
    <vt:lpwstr>97984c2b-a229-4609-8185-ae84947bc3fc</vt:lpwstr>
  </property>
  <property fmtid="{D5CDD505-2E9C-101B-9397-08002B2CF9AE}" pid="7" name="MSIP_Label_2ae551e3-0043-40f0-9a67-12d995049d50_ActionId">
    <vt:lpwstr>b33edfee-f415-4fa3-b982-8cae608b396b</vt:lpwstr>
  </property>
  <property fmtid="{D5CDD505-2E9C-101B-9397-08002B2CF9AE}" pid="8" name="MSIP_Label_2ae551e3-0043-40f0-9a67-12d995049d50_ContentBits">
    <vt:lpwstr>0</vt:lpwstr>
  </property>
  <property fmtid="{D5CDD505-2E9C-101B-9397-08002B2CF9AE}" pid="9" name="MSIP_Label_2ae551e3-0043-40f0-9a67-12d995049d50_Tag">
    <vt:lpwstr>10, 3, 0, 1</vt:lpwstr>
  </property>
</Properties>
</file>