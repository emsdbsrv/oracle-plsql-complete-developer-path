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037: Procedure Compilation Process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Deep-dive with diagnostics, invalidation, recompile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Compilation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Parse → Resolve → Generate p-code → Store object (VALID/INVALID)</a:t>
            </a:r>
          </a:p>
          <a:p>
            <a:pPr marL="0" indent="0">
              <a:buNone/>
            </a:pPr>
            <a:r>
              <a:rPr dirty="0"/>
              <a:t>• Dependencies recorded; DDL on dependencies may invalidate</a:t>
            </a:r>
          </a:p>
          <a:p>
            <a:pPr marL="0" indent="0">
              <a:buNone/>
            </a:pPr>
            <a:r>
              <a:rPr dirty="0"/>
              <a:t>• INVALID is reparsed on next call; use ALTER ... COMPILE to force</a:t>
            </a:r>
          </a:p>
          <a:p>
            <a:pPr marL="0" indent="0">
              <a:buNone/>
            </a:pPr>
            <a:r>
              <a:rPr dirty="0"/>
              <a:t>• Show warnings via PLSQL_WARNINGS and DBMS_WARNING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Diagnostic Toolkit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SHOW ERRORS [PROCEDURE name]</a:t>
            </a:r>
          </a:p>
          <a:p>
            <a:pPr marL="0" indent="0">
              <a:buNone/>
            </a:pPr>
            <a:r>
              <a:rPr dirty="0"/>
              <a:t>• USER_ERRORS/ALL_ERRORS/DBA_ERRORS (line, position, text)</a:t>
            </a:r>
          </a:p>
          <a:p>
            <a:pPr marL="0" indent="0">
              <a:buNone/>
            </a:pPr>
            <a:r>
              <a:rPr dirty="0"/>
              <a:t>• USER_OBJECTS (STATUS), USER_PLSQL_OBJECT_SETTINGS (warnings)</a:t>
            </a:r>
          </a:p>
          <a:p>
            <a:pPr marL="0" indent="0">
              <a:buNone/>
            </a:pPr>
            <a:r>
              <a:rPr dirty="0"/>
              <a:t>• DBMS_UTILITY.FORMAT_ERROR_STACK for runtime exceptions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122</Words>
  <Application>Microsoft Office PowerPoint</Application>
  <PresentationFormat>On-screen Show (4:3)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Session 037: Procedure Compilation Process</vt:lpstr>
      <vt:lpstr>Compilation Lifecycle</vt:lpstr>
      <vt:lpstr>Diagnostic Toolkit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2025-11-08T03:30:36Z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2025-11-08T03:30:36Z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9e4324ff-337c-46d7-b53e-8732df5a9311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