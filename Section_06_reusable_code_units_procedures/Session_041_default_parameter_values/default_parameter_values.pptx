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041: DEFAULT Parameter Values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Oracle PL/SQL Complete Developer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94776" cy="4983162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Use DEFAULT or := to specify fallback values for IN parameters</a:t>
            </a:r>
          </a:p>
          <a:p>
            <a:pPr marL="0" indent="0">
              <a:buNone/>
            </a:pPr>
            <a:r>
              <a:rPr dirty="0"/>
              <a:t>• Defaults reduce boilerplate and make calls concise</a:t>
            </a:r>
          </a:p>
          <a:p>
            <a:pPr marL="0" indent="0">
              <a:buNone/>
            </a:pPr>
            <a:r>
              <a:rPr dirty="0"/>
              <a:t>• Combine with named notation to skip optional arguments</a:t>
            </a:r>
          </a:p>
          <a:p>
            <a:pPr marL="0" indent="0">
              <a:buNone/>
            </a:pPr>
            <a:r>
              <a:rPr dirty="0"/>
              <a:t>• Defaults may be constants, expressions, or function calls</a:t>
            </a:r>
          </a:p>
          <a:p>
            <a:pPr marL="0" indent="0">
              <a:buNone/>
            </a:pPr>
            <a:r>
              <a:rPr dirty="0"/>
              <a:t>• Prefer %TYPE anchoring for stable datatypes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Rules &amp;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Defaults are allowed for IN parameters (and commonly used with IN)</a:t>
            </a:r>
          </a:p>
          <a:p>
            <a:pPr marL="0" indent="0">
              <a:buNone/>
            </a:pPr>
            <a:r>
              <a:rPr dirty="0"/>
              <a:t>• OUT cannot have defaults; IN OUT defaults are generally avoided</a:t>
            </a:r>
          </a:p>
          <a:p>
            <a:pPr marL="0" indent="0">
              <a:buNone/>
            </a:pPr>
            <a:r>
              <a:rPr dirty="0"/>
              <a:t>• Place optional params toward the end or rely on named notation</a:t>
            </a:r>
          </a:p>
          <a:p>
            <a:pPr marL="0" indent="0">
              <a:buNone/>
            </a:pPr>
            <a:r>
              <a:rPr dirty="0"/>
              <a:t>• Beware ambiguity with overloaded subprograms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Feature toggles via BOOLEAN defaults</a:t>
            </a:r>
          </a:p>
          <a:p>
            <a:pPr marL="0" indent="0">
              <a:buNone/>
            </a:pPr>
            <a:r>
              <a:rPr dirty="0"/>
              <a:t>• Timestamps via SYSDATE defaults</a:t>
            </a:r>
          </a:p>
          <a:p>
            <a:pPr marL="0" indent="0">
              <a:buNone/>
            </a:pPr>
            <a:r>
              <a:rPr dirty="0"/>
              <a:t>• Money-like inputs with NUMBER(p, s) and defaults</a:t>
            </a:r>
          </a:p>
          <a:p>
            <a:pPr marL="0" indent="0">
              <a:buNone/>
            </a:pPr>
            <a:r>
              <a:rPr dirty="0"/>
              <a:t>• Defaults referencing constants in packages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Optional: Copilot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Generate signatures with sensible defaults</a:t>
            </a:r>
          </a:p>
          <a:p>
            <a:pPr marL="0" indent="0">
              <a:buNone/>
            </a:pPr>
            <a:r>
              <a:rPr dirty="0"/>
              <a:t>• Ask for named-notation examples and boundary tests</a:t>
            </a:r>
          </a:p>
          <a:p>
            <a:pPr marL="0" indent="0">
              <a:buNone/>
            </a:pPr>
            <a:r>
              <a:rPr dirty="0"/>
              <a:t>• Request overload analysis to avoid ambiguous calls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166</Words>
  <Application>Microsoft Office PowerPoint</Application>
  <PresentationFormat>On-screen Show (4:3)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Session 041: DEFAULT Parameter Values</vt:lpstr>
      <vt:lpstr>Key Concepts</vt:lpstr>
      <vt:lpstr>Rules &amp; Constraints</vt:lpstr>
      <vt:lpstr>Patterns</vt:lpstr>
      <vt:lpstr>Optional: Copilot Tips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2025-11-08T04:33:36Z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2025-11-08T04:33:36Z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fad92810-e1a3-485c-ac15-33c63c7bf859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