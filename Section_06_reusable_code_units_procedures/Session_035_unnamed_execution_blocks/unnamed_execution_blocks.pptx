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035: Unnamed Execution Blocks (Anonymous Blocks)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DECLARE → BEGIN → EXCEPTION → END</a:t>
            </a:r>
          </a:p>
          <a:p>
            <a:pPr marL="0" indent="0">
              <a:buNone/>
            </a:pPr>
            <a:r>
              <a:rPr dirty="0"/>
              <a:t>• Use variables, constants, and expressions</a:t>
            </a:r>
          </a:p>
          <a:p>
            <a:pPr marL="0" indent="0">
              <a:buNone/>
            </a:pPr>
            <a:r>
              <a:rPr dirty="0"/>
              <a:t>• SELECT INTO with exceptions</a:t>
            </a:r>
          </a:p>
          <a:p>
            <a:pPr marL="0" indent="0">
              <a:buNone/>
            </a:pPr>
            <a:r>
              <a:rPr dirty="0"/>
              <a:t>• Nested blocks and scoping</a:t>
            </a:r>
          </a:p>
          <a:p>
            <a:pPr marL="0" indent="0">
              <a:buNone/>
            </a:pPr>
            <a:r>
              <a:rPr dirty="0"/>
              <a:t>• Logging with DBMS_OUTPUT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Anonymous Block Skeleton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DECLARE</a:t>
            </a:r>
          </a:p>
          <a:p>
            <a:pPr marL="0" indent="0">
              <a:buNone/>
            </a:pPr>
            <a:r>
              <a:rPr dirty="0"/>
              <a:t>  -- declarations (optional)</a:t>
            </a:r>
          </a:p>
          <a:p>
            <a:pPr marL="0" indent="0">
              <a:buNone/>
            </a:pPr>
            <a:r>
              <a:rPr dirty="0"/>
              <a:t>BEGIN</a:t>
            </a:r>
          </a:p>
          <a:p>
            <a:pPr marL="0" indent="0">
              <a:buNone/>
            </a:pPr>
            <a:r>
              <a:rPr dirty="0"/>
              <a:t>  -- executable statements</a:t>
            </a:r>
          </a:p>
          <a:p>
            <a:pPr marL="0" indent="0">
              <a:buNone/>
            </a:pPr>
            <a:r>
              <a:rPr dirty="0"/>
              <a:t>EXCEPTION</a:t>
            </a:r>
          </a:p>
          <a:p>
            <a:pPr marL="0" indent="0">
              <a:buNone/>
            </a:pPr>
            <a:r>
              <a:rPr dirty="0"/>
              <a:t>  -- handlers (optional)</a:t>
            </a:r>
          </a:p>
          <a:p>
            <a:pPr marL="0" indent="0">
              <a:buNone/>
            </a:pPr>
            <a:r>
              <a:rPr dirty="0"/>
              <a:t>END;</a:t>
            </a:r>
          </a:p>
          <a:p>
            <a:pPr marL="0" indent="0">
              <a:buNone/>
            </a:pPr>
            <a:r>
              <a:rPr dirty="0"/>
              <a:t>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Predefined: NO_DATA_FOUND, TOO_MANY_ROWS, ZERO_DIVIDE</a:t>
            </a:r>
          </a:p>
          <a:p>
            <a:r>
              <a:rPr dirty="0"/>
              <a:t>User-defined: RAISE, RAISE_APPLICATION_ERROR</a:t>
            </a:r>
          </a:p>
          <a:p>
            <a:r>
              <a:rPr dirty="0"/>
              <a:t>PRAGMA EXCEPTION_INIT for ORA- codes</a:t>
            </a:r>
          </a:p>
          <a:p>
            <a:r>
              <a:rPr dirty="0"/>
              <a:t>WHEN OTHERS for last-resort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Copilot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Ask for skeletons and logging wrappers</a:t>
            </a:r>
          </a:p>
          <a:p>
            <a:pPr marL="0" indent="0">
              <a:buNone/>
            </a:pPr>
            <a:r>
              <a:rPr dirty="0"/>
              <a:t>• Generate anchored declarations with %TYPE</a:t>
            </a:r>
          </a:p>
          <a:p>
            <a:pPr marL="0" indent="0">
              <a:buNone/>
            </a:pPr>
            <a:r>
              <a:rPr dirty="0"/>
              <a:t>• Review suggestions for correctness and safety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</Words>
  <Application>Microsoft Office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035: Unnamed Execution Blocks (Anonymous Blocks)</vt:lpstr>
      <vt:lpstr>Objectives</vt:lpstr>
      <vt:lpstr>Anonymous Block Skeleton</vt:lpstr>
      <vt:lpstr>Exceptions Overview</vt:lpstr>
      <vt:lpstr>Optional: Copilot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2025-11-08T02:50:56Z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2025-11-08T02:50:56Z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10f6705c-dd3e-4461-8baf-1d8a8957b071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