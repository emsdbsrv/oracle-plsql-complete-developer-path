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040: Bidirectional Parameter Exchange (IN OUT)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Oracle PL/SQL Complete Developer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• Understand IN OUT parameter semantics and call-by-reference behavior</a:t>
            </a:r>
          </a:p>
          <a:p>
            <a:pPr marL="0" indent="0">
              <a:buNone/>
            </a:pPr>
            <a:r>
              <a:rPr dirty="0"/>
              <a:t>• Use %TYPE/%ROWTYPE anchoring for stability</a:t>
            </a:r>
          </a:p>
          <a:p>
            <a:pPr marL="0" indent="0">
              <a:buNone/>
            </a:pPr>
            <a:r>
              <a:rPr dirty="0"/>
              <a:t>• Normalize and validate before modifying arguments</a:t>
            </a:r>
          </a:p>
          <a:p>
            <a:pPr marL="0" indent="0">
              <a:buNone/>
            </a:pPr>
            <a:r>
              <a:rPr dirty="0"/>
              <a:t>• Apply IN OUT for numeric, text, and record-like transformations</a:t>
            </a:r>
          </a:p>
          <a:p>
            <a:pPr marL="0" indent="0">
              <a:buNone/>
            </a:pPr>
            <a:r>
              <a:rPr dirty="0"/>
              <a:t>• Defensive coding: initialize, range checks, and clear error messages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Semantics &amp; Gotchas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IN OUT must be assigned before exit; actual </a:t>
            </a:r>
            <a:r>
              <a:rPr dirty="0" err="1"/>
              <a:t>arg</a:t>
            </a:r>
            <a:r>
              <a:rPr dirty="0"/>
              <a:t> must be a variable</a:t>
            </a:r>
          </a:p>
          <a:p>
            <a:pPr marL="0" indent="0">
              <a:buNone/>
            </a:pPr>
            <a:r>
              <a:rPr dirty="0"/>
              <a:t>• Avoid unnecessary IN OUT; prefer OUT if input value not read</a:t>
            </a:r>
          </a:p>
          <a:p>
            <a:pPr marL="0" indent="0">
              <a:buNone/>
            </a:pPr>
            <a:r>
              <a:rPr dirty="0"/>
              <a:t>• Document transformations clearly for callers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Numeric adjustments (tax/discount)</a:t>
            </a:r>
          </a:p>
          <a:p>
            <a:pPr marL="0" indent="0">
              <a:buNone/>
            </a:pPr>
            <a:r>
              <a:rPr dirty="0"/>
              <a:t>• String normalization</a:t>
            </a:r>
          </a:p>
          <a:p>
            <a:pPr marL="0" indent="0">
              <a:buNone/>
            </a:pPr>
            <a:r>
              <a:rPr dirty="0"/>
              <a:t>• Joint negotiation of multiple parameters</a:t>
            </a:r>
          </a:p>
          <a:p>
            <a:pPr marL="0" indent="0">
              <a:buNone/>
            </a:pPr>
            <a:r>
              <a:rPr dirty="0"/>
              <a:t>• Error mapping with RAISE_APPLICATION_ERROR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Optional: Copilot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Generate IN OUT templates with %TYPE anchors</a:t>
            </a:r>
          </a:p>
          <a:p>
            <a:pPr marL="0" indent="0">
              <a:buNone/>
            </a:pPr>
            <a:r>
              <a:rPr dirty="0"/>
              <a:t>• Ask for test blocks and boundary cases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153</Words>
  <Application>Microsoft Office PowerPoint</Application>
  <PresentationFormat>On-screen Show (4:3)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Session 040: Bidirectional Parameter Exchange (IN OUT)</vt:lpstr>
      <vt:lpstr>Objectives</vt:lpstr>
      <vt:lpstr>Semantics &amp; Gotchas</vt:lpstr>
      <vt:lpstr>Patterns</vt:lpstr>
      <vt:lpstr>Optional: Copilot Tips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2025-11-08T04:23:53Z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2025-11-08T04:23:53Z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244e74dc-0db6-43d2-885a-825e40e01c4c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