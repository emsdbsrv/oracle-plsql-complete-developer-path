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020: Conditional Branching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IF, IF-ELSE, IF-ELSIF</a:t>
            </a:r>
          </a:p>
          <a:p>
            <a:pPr marL="0" indent="0">
              <a:buNone/>
            </a:pPr>
            <a:r>
              <a:rPr dirty="0"/>
              <a:t>- CASE (simple &amp; searched)</a:t>
            </a:r>
          </a:p>
          <a:p>
            <a:pPr marL="0" indent="0">
              <a:buNone/>
            </a:pPr>
            <a:r>
              <a:rPr dirty="0"/>
              <a:t>- NULL checks and </a:t>
            </a:r>
            <a:r>
              <a:rPr dirty="0" err="1"/>
              <a:t>boolean</a:t>
            </a:r>
            <a:r>
              <a:rPr dirty="0"/>
              <a:t> logic</a:t>
            </a:r>
          </a:p>
          <a:p>
            <a:pPr marL="0" indent="0">
              <a:buNone/>
            </a:pPr>
            <a:r>
              <a:rPr dirty="0"/>
              <a:t>- AND/OR/NOT usage</a:t>
            </a:r>
          </a:p>
          <a:p>
            <a:pPr marL="0" indent="0">
              <a:buNone/>
            </a:pPr>
            <a:r>
              <a:rPr dirty="0"/>
              <a:t>- Exceptions for edge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/ ELSE / ELSIF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IF condition THEN ...</a:t>
            </a:r>
          </a:p>
          <a:p>
            <a:pPr marL="0" indent="0">
              <a:buNone/>
            </a:pPr>
            <a:r>
              <a:rPr dirty="0"/>
              <a:t>ELSIF </a:t>
            </a:r>
            <a:r>
              <a:rPr dirty="0" err="1"/>
              <a:t>other_condition</a:t>
            </a:r>
            <a:r>
              <a:rPr dirty="0"/>
              <a:t> THEN ...</a:t>
            </a:r>
          </a:p>
          <a:p>
            <a:pPr marL="0" indent="0">
              <a:buNone/>
            </a:pPr>
            <a:r>
              <a:rPr dirty="0"/>
              <a:t>ELSE ...</a:t>
            </a:r>
          </a:p>
          <a:p>
            <a:pPr marL="0" indent="0">
              <a:buNone/>
            </a:pPr>
            <a:r>
              <a:rPr dirty="0"/>
              <a:t>END IF;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(Simple &amp; Searched)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CASE var WHEN value THEN ... ELSE ... END CASE;</a:t>
            </a:r>
          </a:p>
          <a:p>
            <a:r>
              <a:rPr dirty="0"/>
              <a:t>CASE WHEN </a:t>
            </a:r>
            <a:r>
              <a:rPr dirty="0" err="1"/>
              <a:t>cond</a:t>
            </a:r>
            <a:r>
              <a:rPr dirty="0"/>
              <a:t> THEN ... ELSE ... END CASE;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Prefer CASE for many branches</a:t>
            </a:r>
          </a:p>
          <a:p>
            <a:pPr marL="0" indent="0">
              <a:buNone/>
            </a:pPr>
            <a:r>
              <a:rPr dirty="0"/>
              <a:t>• Avoid = NULL (use IS NULL)</a:t>
            </a:r>
          </a:p>
          <a:p>
            <a:pPr marL="0" indent="0">
              <a:buNone/>
            </a:pPr>
            <a:r>
              <a:rPr dirty="0"/>
              <a:t>• Order ELSIFs by specificity</a:t>
            </a:r>
          </a:p>
          <a:p>
            <a:pPr marL="0" indent="0">
              <a:buNone/>
            </a:pPr>
            <a:r>
              <a:rPr dirty="0"/>
              <a:t>• Keep conditions readable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IF for simple, CASE for complex decisions.</a:t>
            </a:r>
          </a:p>
          <a:p>
            <a:pPr marL="0" indent="0">
              <a:buNone/>
            </a:pPr>
            <a:r>
              <a:rPr dirty="0"/>
              <a:t>Mind NULL and </a:t>
            </a:r>
            <a:r>
              <a:rPr dirty="0" err="1"/>
              <a:t>boolean</a:t>
            </a:r>
            <a:r>
              <a:rPr dirty="0"/>
              <a:t> semantics.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Session 020: Conditional Branching Fundamentals</vt:lpstr>
      <vt:lpstr>Session Objectives</vt:lpstr>
      <vt:lpstr>IF / ELSE / ELSIF</vt:lpstr>
      <vt:lpstr>CASE (Simple &amp; Searched)</vt:lpstr>
      <vt:lpstr>Best Practices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2025-11-06T12:34:11Z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2025-11-06T12:33:11Z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0800117d-a9c2-4401-b775-2c3f01a15581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