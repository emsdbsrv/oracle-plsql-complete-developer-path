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022: Pre-Test Loop Structures (WHILE)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Build pre-test loops using WHILE</a:t>
            </a:r>
          </a:p>
          <a:p>
            <a:pPr marL="0" indent="0">
              <a:buNone/>
            </a:pPr>
            <a:r>
              <a:rPr dirty="0"/>
              <a:t>- Control with EXIT/EXIT WHEN and CONTINUE WHEN</a:t>
            </a:r>
          </a:p>
          <a:p>
            <a:pPr marL="0" indent="0">
              <a:buNone/>
            </a:pPr>
            <a:r>
              <a:rPr dirty="0"/>
              <a:t>- Handle NULL safely; add MAX_ITERS guard</a:t>
            </a:r>
          </a:p>
          <a:p>
            <a:pPr marL="0" indent="0">
              <a:buNone/>
            </a:pPr>
            <a:r>
              <a:rPr dirty="0"/>
              <a:t>- Choose WHILE vs FOR appropriately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&amp;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WHILE &lt;condition&gt; LOOP</a:t>
            </a:r>
          </a:p>
          <a:p>
            <a:pPr marL="0" indent="0">
              <a:buNone/>
            </a:pPr>
            <a:r>
              <a:rPr dirty="0"/>
              <a:t>  -- statements</a:t>
            </a:r>
          </a:p>
          <a:p>
            <a:pPr marL="0" indent="0">
              <a:buNone/>
            </a:pPr>
            <a:r>
              <a:rPr dirty="0"/>
              <a:t>END LOOP;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Condition is evaluated BEFORE first iteration.</a:t>
            </a:r>
          </a:p>
          <a:p>
            <a:pPr marL="0" indent="0">
              <a:buNone/>
            </a:pPr>
            <a:r>
              <a:rPr dirty="0"/>
              <a:t>• FALSE or NULL =&gt; body does not execute.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EXIT; / EXIT WHEN &lt;predicate&gt;</a:t>
            </a:r>
          </a:p>
          <a:p>
            <a:pPr marL="0" indent="0">
              <a:buNone/>
            </a:pPr>
            <a:r>
              <a:rPr dirty="0"/>
              <a:t>• CONTINUE; / CONTINUE WHEN &lt;predicate&gt;</a:t>
            </a:r>
          </a:p>
          <a:p>
            <a:pPr marL="0" indent="0">
              <a:buNone/>
            </a:pPr>
            <a:r>
              <a:rPr dirty="0"/>
              <a:t>• Use predicates to skip or stop safely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Initialize drivers; update every pass</a:t>
            </a:r>
          </a:p>
          <a:p>
            <a:pPr marL="0" indent="0">
              <a:buNone/>
            </a:pPr>
            <a:r>
              <a:rPr dirty="0"/>
              <a:t>• Keep bodies small and testable</a:t>
            </a:r>
          </a:p>
          <a:p>
            <a:pPr marL="0" indent="0">
              <a:buNone/>
            </a:pPr>
            <a:r>
              <a:rPr dirty="0"/>
              <a:t>• Prefer WHILE for dynamic termination; FOR </a:t>
            </a:r>
            <a:r>
              <a:rPr dirty="0" err="1"/>
              <a:t>for</a:t>
            </a:r>
            <a:r>
              <a:rPr dirty="0"/>
              <a:t> known ranges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022: Pre-Test Loop Structures (WHILE)</vt:lpstr>
      <vt:lpstr>Session Objectives</vt:lpstr>
      <vt:lpstr>Syntax &amp; Semantics</vt:lpstr>
      <vt:lpstr>Control Statements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2025-11-06T17:25:03Z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2025-11-06T17:25:03Z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806627c0-4685-420b-a71d-a8e34821dd7a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