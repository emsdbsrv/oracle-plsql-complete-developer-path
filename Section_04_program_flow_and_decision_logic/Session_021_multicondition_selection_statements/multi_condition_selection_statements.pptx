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Session 021: Multi-Condition Selection Statements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86216" cy="5193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- Structure complex decisions with IF-ELSIF ladders</a:t>
            </a:r>
          </a:p>
          <a:p>
            <a:pPr marL="0" indent="0">
              <a:buNone/>
            </a:pPr>
            <a:r>
              <a:rPr dirty="0"/>
              <a:t>- Use searched CASE for clarity and NULL-safe logic</a:t>
            </a:r>
          </a:p>
          <a:p>
            <a:pPr marL="0" indent="0">
              <a:buNone/>
            </a:pPr>
            <a:r>
              <a:rPr dirty="0"/>
              <a:t>- Combine conditions with AND/OR/NOT (short-circuiting semantics)</a:t>
            </a:r>
          </a:p>
          <a:p>
            <a:pPr marL="0" indent="0">
              <a:buNone/>
            </a:pPr>
            <a:r>
              <a:rPr dirty="0"/>
              <a:t>- Order conditions from specific to general to avoid unreachable branches</a:t>
            </a:r>
          </a:p>
          <a:p>
            <a:pPr marL="0" indent="0">
              <a:buNone/>
            </a:pPr>
            <a:r>
              <a:rPr dirty="0"/>
              <a:t>- Apply guard clauses and early exits for readable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IF-ELSIF ladders for ranges</a:t>
            </a:r>
          </a:p>
          <a:p>
            <a:pPr marL="0" indent="0">
              <a:buNone/>
            </a:pPr>
            <a:r>
              <a:rPr dirty="0"/>
              <a:t>• Simple CASE for discrete values</a:t>
            </a:r>
          </a:p>
          <a:p>
            <a:pPr marL="0" indent="0">
              <a:buNone/>
            </a:pPr>
            <a:r>
              <a:rPr dirty="0"/>
              <a:t>• Searched CASE for complex predicates</a:t>
            </a:r>
          </a:p>
          <a:p>
            <a:pPr marL="0" indent="0">
              <a:buNone/>
            </a:pPr>
            <a:r>
              <a:rPr dirty="0"/>
              <a:t>• Guard clauses: IF ... THEN RETURN/EXIT; to reduce nesting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NULL 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Comparisons with NULL using = or &lt;&gt; are UNKNOWN</a:t>
            </a:r>
          </a:p>
          <a:p>
            <a:pPr marL="0" indent="0">
              <a:buNone/>
            </a:pPr>
            <a:r>
              <a:rPr dirty="0"/>
              <a:t>• Use IS NULL / IS NOT NULL</a:t>
            </a:r>
          </a:p>
          <a:p>
            <a:pPr marL="0" indent="0">
              <a:buNone/>
            </a:pPr>
            <a:r>
              <a:rPr dirty="0"/>
              <a:t>• Prefer NVL/COALESCE for defaulting</a:t>
            </a:r>
          </a:p>
          <a:p>
            <a:pPr marL="0" indent="0">
              <a:buNone/>
            </a:pPr>
            <a:r>
              <a:rPr dirty="0"/>
              <a:t>• Be explicit about three-valued logic (TRUE/FALSE/NULL)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Order conditions from most restrictive to least</a:t>
            </a:r>
          </a:p>
          <a:p>
            <a:pPr marL="0" indent="0">
              <a:buNone/>
            </a:pPr>
            <a:r>
              <a:rPr dirty="0"/>
              <a:t>• Prefer CASE for readability when many branches</a:t>
            </a:r>
          </a:p>
          <a:p>
            <a:pPr marL="0" indent="0">
              <a:buNone/>
            </a:pPr>
            <a:r>
              <a:rPr dirty="0"/>
              <a:t>• Extract complex conditions into named variables</a:t>
            </a:r>
          </a:p>
          <a:p>
            <a:pPr marL="0" indent="0">
              <a:buNone/>
            </a:pPr>
            <a:r>
              <a:rPr dirty="0"/>
              <a:t>• Keep blocks small; add inline comments for intent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173</Words>
  <Application>Microsoft Office PowerPoint</Application>
  <PresentationFormat>On-screen Show (4:3)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021: Multi-Condition Selection Statements</vt:lpstr>
      <vt:lpstr>Session Objectives</vt:lpstr>
      <vt:lpstr>Core Patterns</vt:lpstr>
      <vt:lpstr>NULL Semantics</vt:lpstr>
      <vt:lpstr>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2025-11-06T13:56:21Z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2025-11-06T13:56:21Z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8f92316d-f77e-49e3-b5f8-5a1f07f7facd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