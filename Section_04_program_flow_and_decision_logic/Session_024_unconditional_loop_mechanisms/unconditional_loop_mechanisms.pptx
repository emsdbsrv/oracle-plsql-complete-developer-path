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024: Unconditional Loop Mechanisms (LOOP ... EXIT)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- Master open-ended LOOP constructs with EXIT / EXIT WHEN</a:t>
            </a:r>
          </a:p>
          <a:p>
            <a:pPr marL="0" indent="0">
              <a:buNone/>
            </a:pPr>
            <a:r>
              <a:rPr dirty="0"/>
              <a:t>- Apply CONTINUE / CONTINUE WHEN for skip rules</a:t>
            </a:r>
          </a:p>
          <a:p>
            <a:pPr marL="0" indent="0">
              <a:buNone/>
            </a:pPr>
            <a:r>
              <a:rPr dirty="0"/>
              <a:t>- Implement sentinel, polling, producer–consumer patterns</a:t>
            </a:r>
          </a:p>
          <a:p>
            <a:pPr marL="0" indent="0">
              <a:buNone/>
            </a:pPr>
            <a:r>
              <a:rPr dirty="0"/>
              <a:t>- Prevent infinite loops with MAX_ITERS safeguards</a:t>
            </a:r>
          </a:p>
          <a:p>
            <a:pPr marL="0" indent="0">
              <a:buNone/>
            </a:pPr>
            <a:r>
              <a:rPr dirty="0"/>
              <a:t>- Choose LOOP vs WHILE vs FOR appropriately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LOOP?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LOOP is ideal when the termination condition is evaluated inside the body</a:t>
            </a:r>
          </a:p>
          <a:p>
            <a:pPr marL="0" indent="0">
              <a:buNone/>
            </a:pPr>
            <a:r>
              <a:rPr dirty="0"/>
              <a:t>• Emulates post-test iteration when EXIT WHEN appears near the bottom</a:t>
            </a:r>
          </a:p>
          <a:p>
            <a:pPr marL="0" indent="0">
              <a:buNone/>
            </a:pPr>
            <a:r>
              <a:rPr dirty="0"/>
              <a:t>• Useful for polling, IO-driven processing, and queue consumption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Syntax &amp;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dirty="0"/>
              <a:t>LOOP</a:t>
            </a:r>
          </a:p>
          <a:p>
            <a:pPr marL="0" indent="0">
              <a:buNone/>
            </a:pPr>
            <a:r>
              <a:rPr dirty="0"/>
              <a:t>  -- work</a:t>
            </a:r>
          </a:p>
          <a:p>
            <a:pPr marL="0" indent="0">
              <a:buNone/>
            </a:pPr>
            <a:r>
              <a:rPr dirty="0"/>
              <a:t>  EXIT [WHEN &lt;predicate&gt;];</a:t>
            </a:r>
          </a:p>
          <a:p>
            <a:pPr marL="0" indent="0">
              <a:buNone/>
            </a:pPr>
            <a:r>
              <a:rPr dirty="0"/>
              <a:t>END LOOP;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CONTINUE [WHEN &lt;predicate&gt;]  -- skip current iteration</a:t>
            </a:r>
          </a:p>
          <a:p>
            <a:pPr marL="0" indent="0">
              <a:buNone/>
            </a:pPr>
            <a:r>
              <a:rPr dirty="0"/>
              <a:t>• Always progress the termination state each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Keep EXIT WHEN next to driver updates for clarity</a:t>
            </a:r>
          </a:p>
          <a:p>
            <a:pPr marL="0" indent="0">
              <a:buNone/>
            </a:pPr>
            <a:r>
              <a:rPr dirty="0"/>
              <a:t>• Add MAX_ITERS caps in defensive code</a:t>
            </a:r>
          </a:p>
          <a:p>
            <a:pPr marL="0" indent="0">
              <a:buNone/>
            </a:pPr>
            <a:r>
              <a:rPr dirty="0"/>
              <a:t>• Log iteration counters for troubleshooting</a:t>
            </a:r>
          </a:p>
          <a:p>
            <a:pPr marL="0" indent="0">
              <a:buNone/>
            </a:pPr>
            <a:r>
              <a:rPr dirty="0"/>
              <a:t>• Prefer WHILE/FOR if bounds are known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177</Words>
  <Application>Microsoft Office PowerPoint</Application>
  <PresentationFormat>On-screen Show (4:3)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Session 024: Unconditional Loop Mechanisms (LOOP ... EXIT)</vt:lpstr>
      <vt:lpstr>Session Objectives</vt:lpstr>
      <vt:lpstr>Why use LOOP?</vt:lpstr>
      <vt:lpstr>Syntax &amp; Control</vt:lpstr>
      <vt:lpstr>Best Practices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2025-11-07T02:56:26Z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2025-11-07T02:56:26Z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c743029a-8667-43bd-9eca-2cf34af45bfb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