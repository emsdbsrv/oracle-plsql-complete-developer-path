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023: Counter-Controlled Iterations (FOR)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Write FOR loops (ascending &amp; descending)</a:t>
            </a:r>
          </a:p>
          <a:p>
            <a:pPr marL="0" indent="0">
              <a:buNone/>
            </a:pPr>
            <a:r>
              <a:rPr dirty="0"/>
              <a:t>- Use REVERSE, EXIT/CONTINUE WHEN</a:t>
            </a:r>
          </a:p>
          <a:p>
            <a:pPr marL="0" indent="0">
              <a:buNone/>
            </a:pPr>
            <a:r>
              <a:rPr dirty="0"/>
              <a:t>- Iterate collections and cursor FOR loops</a:t>
            </a:r>
          </a:p>
          <a:p>
            <a:pPr marL="0" indent="0">
              <a:buNone/>
            </a:pPr>
            <a:r>
              <a:rPr dirty="0"/>
              <a:t>- Understand scope and immutability of loop index</a:t>
            </a:r>
          </a:p>
          <a:p>
            <a:pPr marL="0" indent="0">
              <a:buNone/>
            </a:pPr>
            <a:r>
              <a:rPr dirty="0"/>
              <a:t>- Compare FOR vs WHILE vs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&lt;low&gt; .. &lt;high&gt; LOOP</a:t>
            </a:r>
          </a:p>
          <a:p>
            <a:pPr marL="0" indent="0">
              <a:buNone/>
            </a:pPr>
            <a:r>
              <a:rPr dirty="0"/>
              <a:t>  -- statements</a:t>
            </a:r>
          </a:p>
          <a:p>
            <a:pPr marL="0" indent="0">
              <a:buNone/>
            </a:pPr>
            <a:r>
              <a:rPr dirty="0"/>
              <a:t>END LOOP;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REVERSE &lt;low&gt; .. &lt;high&gt; LOOP</a:t>
            </a:r>
          </a:p>
          <a:p>
            <a:pPr marL="0" indent="0">
              <a:buNone/>
            </a:pPr>
            <a:r>
              <a:rPr dirty="0"/>
              <a:t>  -- statements</a:t>
            </a:r>
          </a:p>
          <a:p>
            <a:pPr marL="0" indent="0">
              <a:buNone/>
            </a:pPr>
            <a:r>
              <a:rPr dirty="0"/>
              <a:t>END LOOP;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Loop index is implicitly declared &amp; read-only</a:t>
            </a:r>
          </a:p>
          <a:p>
            <a:pPr marL="0" indent="0">
              <a:buNone/>
            </a:pPr>
            <a:r>
              <a:rPr dirty="0"/>
              <a:t>• Prefer FOR </a:t>
            </a:r>
            <a:r>
              <a:rPr dirty="0" err="1"/>
              <a:t>for</a:t>
            </a:r>
            <a:r>
              <a:rPr dirty="0"/>
              <a:t> known ranges or cursor iteration</a:t>
            </a:r>
          </a:p>
          <a:p>
            <a:pPr marL="0" indent="0">
              <a:buNone/>
            </a:pPr>
            <a:r>
              <a:rPr dirty="0"/>
              <a:t>• Keep body small; extract logic into subprograms</a:t>
            </a:r>
          </a:p>
          <a:p>
            <a:pPr marL="0" indent="0">
              <a:buNone/>
            </a:pPr>
            <a:r>
              <a:rPr dirty="0"/>
              <a:t>• Use CONTINUE WHEN for skip rules; EXIT WHEN to 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&amp; Cursor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Numeric ranges: FOR </a:t>
            </a:r>
            <a:r>
              <a:rPr dirty="0" err="1"/>
              <a:t>i</a:t>
            </a:r>
            <a:r>
              <a:rPr dirty="0"/>
              <a:t> IN 1..N</a:t>
            </a:r>
          </a:p>
          <a:p>
            <a:pPr marL="0" indent="0">
              <a:buNone/>
            </a:pPr>
            <a:r>
              <a:rPr dirty="0"/>
              <a:t>• Collections: FOR </a:t>
            </a:r>
            <a:r>
              <a:rPr dirty="0" err="1"/>
              <a:t>i</a:t>
            </a:r>
            <a:r>
              <a:rPr dirty="0"/>
              <a:t> IN 1..v_tab.COUNT</a:t>
            </a:r>
          </a:p>
          <a:p>
            <a:pPr marL="0" indent="0">
              <a:buNone/>
            </a:pPr>
            <a:r>
              <a:rPr dirty="0"/>
              <a:t>• Cursor FOR: FOR rec IN (SELECT ...) LOOP ... END LOOP;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023: Counter-Controlled Iterations (FOR)</vt:lpstr>
      <vt:lpstr>Session Objectives</vt:lpstr>
      <vt:lpstr>FOR Syntax</vt:lpstr>
      <vt:lpstr>Best Practices</vt:lpstr>
      <vt:lpstr>Collections &amp; Cursor FOR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2025-11-06T17:39:40Z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2025-11-06T17:39:38Z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99efa24e-f378-4cbd-a922-2f9adeeb7438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