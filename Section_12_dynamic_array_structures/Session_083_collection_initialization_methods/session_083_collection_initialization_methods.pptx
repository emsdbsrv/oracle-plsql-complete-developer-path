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083: Collection Initialization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Constructor methods, bulk initialization, defaulting, copying, and resetting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Learn all PL/SQL collection initialization approaches</a:t>
            </a:r>
          </a:p>
          <a:p>
            <a:pPr marL="0" indent="0">
              <a:buNone/>
            </a:pPr>
            <a:r>
              <a:rPr dirty="0"/>
              <a:t>• Understand constructors for VARRAYs &amp; Nested Tables</a:t>
            </a:r>
          </a:p>
          <a:p>
            <a:pPr marL="0" indent="0">
              <a:buNone/>
            </a:pPr>
            <a:r>
              <a:rPr dirty="0"/>
              <a:t>• Use EXTEND with values</a:t>
            </a:r>
          </a:p>
          <a:p>
            <a:pPr marL="0" indent="0">
              <a:buNone/>
            </a:pPr>
            <a:r>
              <a:rPr dirty="0"/>
              <a:t>• Assign collections from SELECT BULK COLLECT</a:t>
            </a:r>
          </a:p>
          <a:p>
            <a:pPr marL="0" indent="0">
              <a:buNone/>
            </a:pPr>
            <a:r>
              <a:rPr dirty="0"/>
              <a:t>• Copy and reset collections safely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Initialization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Constructor syntax</a:t>
            </a:r>
          </a:p>
          <a:p>
            <a:pPr marL="0" indent="0">
              <a:buNone/>
            </a:pPr>
            <a:r>
              <a:rPr dirty="0"/>
              <a:t>2. EXTEND(n) &amp; EXTEND(n, value)</a:t>
            </a:r>
          </a:p>
          <a:p>
            <a:pPr marL="0" indent="0">
              <a:buNone/>
            </a:pPr>
            <a:r>
              <a:rPr dirty="0"/>
              <a:t>3. Assignment from SQL BULK COLLECT</a:t>
            </a:r>
          </a:p>
          <a:p>
            <a:pPr marL="0" indent="0">
              <a:buNone/>
            </a:pPr>
            <a:r>
              <a:rPr dirty="0"/>
              <a:t>4. Copying collections</a:t>
            </a:r>
          </a:p>
          <a:p>
            <a:pPr marL="0" indent="0">
              <a:buNone/>
            </a:pPr>
            <a:r>
              <a:rPr dirty="0"/>
              <a:t>5. Resetting using DELETE or reassignment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Constructor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v := </a:t>
            </a:r>
            <a:r>
              <a:rPr dirty="0" err="1"/>
              <a:t>t_type</a:t>
            </a:r>
            <a:r>
              <a:rPr dirty="0"/>
              <a:t>(value1, value2, ...)</a:t>
            </a:r>
          </a:p>
          <a:p>
            <a:pPr marL="0" indent="0">
              <a:buNone/>
            </a:pPr>
            <a:r>
              <a:rPr dirty="0"/>
              <a:t>• Works for VARRAY &amp; Nested Table SQL types</a:t>
            </a:r>
          </a:p>
          <a:p>
            <a:pPr marL="0" indent="0">
              <a:buNone/>
            </a:pPr>
            <a:r>
              <a:rPr dirty="0"/>
              <a:t>• Fastest and cleanest form of initialization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Reset &amp; 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v.DELETE</a:t>
            </a:r>
            <a:r>
              <a:rPr dirty="0"/>
              <a:t> resets collection</a:t>
            </a:r>
          </a:p>
          <a:p>
            <a:pPr marL="0" indent="0">
              <a:buNone/>
            </a:pPr>
            <a:r>
              <a:rPr dirty="0"/>
              <a:t>• v2 := v1 performs shallow copy</a:t>
            </a:r>
          </a:p>
          <a:p>
            <a:pPr marL="0" indent="0">
              <a:buNone/>
            </a:pPr>
            <a:r>
              <a:rPr dirty="0"/>
              <a:t>• Use TRIM for controlled removal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143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083: Collection Initialization Methods</vt:lpstr>
      <vt:lpstr>Objectives</vt:lpstr>
      <vt:lpstr>Initialization Approaches</vt:lpstr>
      <vt:lpstr>Constructor Syntax</vt:lpstr>
      <vt:lpstr>Reset &amp; Copy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2025-11-13T05:27:14Z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2025-11-13T05:27:14Z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319a6716-5e8e-43e4-b430-f9c4cf662057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