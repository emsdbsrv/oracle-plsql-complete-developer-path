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085: FIRST, LAST, NEXT, PRIOR Navigation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Indexed navigation patterns for PL/SQL collections (nested tables and associative arrays)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FIRST, LAST, NEXT, PRIOR on nested tables and associative arrays</a:t>
            </a:r>
          </a:p>
          <a:p>
            <a:pPr marL="0" indent="0">
              <a:buNone/>
            </a:pPr>
            <a:r>
              <a:rPr dirty="0"/>
              <a:t>• Navigate dense vs sparse collections safely</a:t>
            </a:r>
          </a:p>
          <a:p>
            <a:pPr marL="0" indent="0">
              <a:buNone/>
            </a:pPr>
            <a:r>
              <a:rPr dirty="0"/>
              <a:t>• Apply correct looping templates for different collection types</a:t>
            </a:r>
          </a:p>
          <a:p>
            <a:pPr marL="0" indent="0">
              <a:buNone/>
            </a:pPr>
            <a:r>
              <a:rPr dirty="0"/>
              <a:t>• Avoid off-by-one and NULL index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FIRST  → lowest existing index (or NULL if collection is empty)</a:t>
            </a:r>
          </a:p>
          <a:p>
            <a:pPr marL="0" indent="0">
              <a:buNone/>
            </a:pPr>
            <a:r>
              <a:rPr dirty="0"/>
              <a:t>LAST   → highest existing index (or NULL if collection is empty)</a:t>
            </a:r>
          </a:p>
          <a:p>
            <a:pPr marL="0" indent="0">
              <a:buNone/>
            </a:pPr>
            <a:r>
              <a:rPr dirty="0"/>
              <a:t>NEXT(</a:t>
            </a:r>
            <a:r>
              <a:rPr dirty="0" err="1"/>
              <a:t>i</a:t>
            </a:r>
            <a:r>
              <a:rPr dirty="0"/>
              <a:t>)  → next existing index after </a:t>
            </a:r>
            <a:r>
              <a:rPr dirty="0" err="1"/>
              <a:t>i</a:t>
            </a:r>
            <a:r>
              <a:rPr dirty="0"/>
              <a:t> (or NULL)</a:t>
            </a:r>
          </a:p>
          <a:p>
            <a:pPr marL="0" indent="0">
              <a:buNone/>
            </a:pPr>
            <a:r>
              <a:rPr dirty="0"/>
              <a:t>PRIOR(</a:t>
            </a:r>
            <a:r>
              <a:rPr dirty="0" err="1"/>
              <a:t>i</a:t>
            </a:r>
            <a:r>
              <a:rPr dirty="0"/>
              <a:t>) → previous existing index before </a:t>
            </a:r>
            <a:r>
              <a:rPr dirty="0" err="1"/>
              <a:t>i</a:t>
            </a:r>
            <a:r>
              <a:rPr dirty="0"/>
              <a:t> (or NULL)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Dense vs Sparse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Dense:</a:t>
            </a:r>
          </a:p>
          <a:p>
            <a:pPr marL="0" indent="0">
              <a:buNone/>
            </a:pPr>
            <a:r>
              <a:rPr sz="2400" dirty="0"/>
              <a:t>  • No gaps; indexes typically 1..COUNT</a:t>
            </a:r>
          </a:p>
          <a:p>
            <a:pPr marL="0" indent="0">
              <a:buNone/>
            </a:pPr>
            <a:r>
              <a:rPr sz="2400" dirty="0"/>
              <a:t>  • FIRST = 1, LAST = COUNT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Sparse (after DELETE):</a:t>
            </a:r>
          </a:p>
          <a:p>
            <a:pPr marL="0" indent="0">
              <a:buNone/>
            </a:pPr>
            <a:r>
              <a:rPr sz="2400" dirty="0"/>
              <a:t>  • Holes between FIRST and LAST</a:t>
            </a:r>
          </a:p>
          <a:p>
            <a:pPr marL="0" indent="0">
              <a:buNone/>
            </a:pPr>
            <a:r>
              <a:rPr sz="2400" dirty="0"/>
              <a:t>  • COUNT &lt; LAST; must use EXISTS or FIRST/NEXT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Navigation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Nested table (may be sparse):</a:t>
            </a:r>
          </a:p>
          <a:p>
            <a:pPr marL="0" indent="0">
              <a:buNone/>
            </a:pPr>
            <a:r>
              <a:rPr sz="2400" dirty="0"/>
              <a:t>  FOR </a:t>
            </a:r>
            <a:r>
              <a:rPr sz="2400" dirty="0" err="1"/>
              <a:t>i</a:t>
            </a:r>
            <a:r>
              <a:rPr sz="2400" dirty="0"/>
              <a:t> IN v.FIRST..</a:t>
            </a:r>
            <a:r>
              <a:rPr sz="2400" dirty="0" err="1"/>
              <a:t>v.LAST</a:t>
            </a:r>
            <a:r>
              <a:rPr sz="2400" dirty="0"/>
              <a:t> LOOP</a:t>
            </a:r>
          </a:p>
          <a:p>
            <a:pPr marL="0" indent="0">
              <a:buNone/>
            </a:pPr>
            <a:r>
              <a:rPr sz="2400" dirty="0"/>
              <a:t>    IF </a:t>
            </a:r>
            <a:r>
              <a:rPr sz="2400" dirty="0" err="1"/>
              <a:t>v.EXISTS</a:t>
            </a:r>
            <a:r>
              <a:rPr sz="2400" dirty="0"/>
              <a:t>(</a:t>
            </a:r>
            <a:r>
              <a:rPr sz="2400" dirty="0" err="1"/>
              <a:t>i</a:t>
            </a:r>
            <a:r>
              <a:rPr sz="2400" dirty="0"/>
              <a:t>) THEN ... END IF;</a:t>
            </a:r>
          </a:p>
          <a:p>
            <a:pPr marL="0" indent="0">
              <a:buNone/>
            </a:pPr>
            <a:r>
              <a:rPr sz="2400" dirty="0"/>
              <a:t>  END LOOP;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Associative array:</a:t>
            </a:r>
          </a:p>
          <a:p>
            <a:pPr marL="0" indent="0">
              <a:buNone/>
            </a:pPr>
            <a:r>
              <a:rPr sz="2400" dirty="0"/>
              <a:t>  k := </a:t>
            </a:r>
            <a:r>
              <a:rPr sz="2400" dirty="0" err="1"/>
              <a:t>v.FIRST</a:t>
            </a:r>
            <a:r>
              <a:rPr sz="2400" dirty="0"/>
              <a:t>;</a:t>
            </a:r>
          </a:p>
          <a:p>
            <a:pPr marL="0" indent="0">
              <a:buNone/>
            </a:pPr>
            <a:r>
              <a:rPr sz="2400" dirty="0"/>
              <a:t>  WHILE k IS NOT NULL LOOP</a:t>
            </a:r>
          </a:p>
          <a:p>
            <a:pPr marL="0" indent="0">
              <a:buNone/>
            </a:pPr>
            <a:r>
              <a:rPr sz="2400" dirty="0"/>
              <a:t>    ... v(k) ...</a:t>
            </a:r>
          </a:p>
          <a:p>
            <a:pPr marL="0" indent="0">
              <a:buNone/>
            </a:pPr>
            <a:r>
              <a:rPr sz="2400" dirty="0"/>
              <a:t>    k := </a:t>
            </a:r>
            <a:r>
              <a:rPr sz="2400" dirty="0" err="1"/>
              <a:t>v.NEXT</a:t>
            </a:r>
            <a:r>
              <a:rPr sz="2400" dirty="0"/>
              <a:t>(k);</a:t>
            </a:r>
          </a:p>
          <a:p>
            <a:pPr marL="0" indent="0">
              <a:buNone/>
            </a:pPr>
            <a:r>
              <a:rPr sz="2400" dirty="0"/>
              <a:t>  END LOOP;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248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085: FIRST, LAST, NEXT, PRIOR Navigation Methods</vt:lpstr>
      <vt:lpstr>Objectives</vt:lpstr>
      <vt:lpstr>Key Methods</vt:lpstr>
      <vt:lpstr>Dense vs Sparse Collections</vt:lpstr>
      <vt:lpstr>Safe Navigation Patterns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2025-11-13T06:07:25Z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2025-11-13T06:07:25Z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3b854b38-9102-4312-a0f7-12dfe82f3e93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