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080: Hash Table Implementation (Associative Arrays)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Simulating hash-table logic using PL/SQL associative arrays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Understand PL/SQL associative arrays</a:t>
            </a:r>
          </a:p>
          <a:p>
            <a:pPr marL="0" indent="0">
              <a:buNone/>
            </a:pPr>
            <a:r>
              <a:rPr sz="2400" dirty="0"/>
              <a:t>• How Oracle implements hash lookup internally</a:t>
            </a:r>
          </a:p>
          <a:p>
            <a:pPr marL="0" indent="0">
              <a:buNone/>
            </a:pPr>
            <a:r>
              <a:rPr sz="2400" dirty="0"/>
              <a:t>• Use string and integer keys</a:t>
            </a:r>
          </a:p>
          <a:p>
            <a:pPr marL="0" indent="0">
              <a:buNone/>
            </a:pPr>
            <a:r>
              <a:rPr sz="2400" dirty="0"/>
              <a:t>• Implement insert, search, delete operations</a:t>
            </a:r>
          </a:p>
          <a:p>
            <a:pPr marL="0" indent="0">
              <a:buNone/>
            </a:pPr>
            <a:r>
              <a:rPr sz="2400" dirty="0"/>
              <a:t>• Build a reusable hash-table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Associative Arrays as Hash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Key-value in-memory data store</a:t>
            </a:r>
          </a:p>
          <a:p>
            <a:pPr marL="0" indent="0">
              <a:buNone/>
            </a:pPr>
            <a:r>
              <a:rPr sz="2400" dirty="0"/>
              <a:t>• Fast lookup using hashing</a:t>
            </a:r>
          </a:p>
          <a:p>
            <a:pPr marL="0" indent="0">
              <a:buNone/>
            </a:pPr>
            <a:r>
              <a:rPr sz="2400" dirty="0"/>
              <a:t>• Keys can be PLS_INTEGER or VARCHAR2</a:t>
            </a:r>
          </a:p>
          <a:p>
            <a:pPr marL="0" indent="0">
              <a:buNone/>
            </a:pPr>
            <a:r>
              <a:rPr sz="2400" dirty="0"/>
              <a:t>• Supports EXISTS, DELETE, FIRST, 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 Table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Insert: </a:t>
            </a:r>
            <a:r>
              <a:rPr sz="2400" dirty="0" err="1"/>
              <a:t>arr</a:t>
            </a:r>
            <a:r>
              <a:rPr sz="2400" dirty="0"/>
              <a:t>(key) := value</a:t>
            </a:r>
          </a:p>
          <a:p>
            <a:pPr marL="0" indent="0">
              <a:buNone/>
            </a:pPr>
            <a:r>
              <a:rPr sz="2400" dirty="0"/>
              <a:t>• Lookup: </a:t>
            </a:r>
            <a:r>
              <a:rPr sz="2400" dirty="0" err="1"/>
              <a:t>arr</a:t>
            </a:r>
            <a:r>
              <a:rPr sz="2400" dirty="0"/>
              <a:t>(key)</a:t>
            </a:r>
          </a:p>
          <a:p>
            <a:pPr marL="0" indent="0">
              <a:buNone/>
            </a:pPr>
            <a:r>
              <a:rPr sz="2400" dirty="0"/>
              <a:t>• Delete: </a:t>
            </a:r>
            <a:r>
              <a:rPr sz="2400" dirty="0" err="1"/>
              <a:t>arr.DELETE</a:t>
            </a:r>
            <a:r>
              <a:rPr sz="2400" dirty="0"/>
              <a:t>(key)</a:t>
            </a:r>
          </a:p>
          <a:p>
            <a:pPr marL="0" indent="0">
              <a:buNone/>
            </a:pPr>
            <a:r>
              <a:rPr sz="2400" dirty="0"/>
              <a:t>• Iterate: FIRST/NEXT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Caching reference data</a:t>
            </a:r>
          </a:p>
          <a:p>
            <a:pPr marL="0" indent="0">
              <a:buNone/>
            </a:pPr>
            <a:r>
              <a:rPr sz="2400" dirty="0"/>
              <a:t>• Mapping IDs to labels</a:t>
            </a:r>
          </a:p>
          <a:p>
            <a:pPr marL="0" indent="0">
              <a:buNone/>
            </a:pPr>
            <a:r>
              <a:rPr sz="2400" dirty="0"/>
              <a:t>• In-memory aggregations</a:t>
            </a:r>
          </a:p>
          <a:p>
            <a:pPr marL="0" indent="0">
              <a:buNone/>
            </a:pPr>
            <a:r>
              <a:rPr sz="2400" dirty="0"/>
              <a:t>• Fast lookup utilities in procedures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080: Hash Table Implementation (Associative Arrays)</vt:lpstr>
      <vt:lpstr>Objectives</vt:lpstr>
      <vt:lpstr>Associative Arrays as Hash Tables</vt:lpstr>
      <vt:lpstr>Hash Table Operations</vt:lpstr>
      <vt:lpstr>Usage Patterns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2025-11-13T04:48:42Z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2025-11-13T04:48:42Z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204e559c-5057-4d5e-9d2f-390dee0c0446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