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081: Variable-Length Nested Tables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Dynamic, unbounded collections with SQL interoperability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nested tables as unbounded collections</a:t>
            </a:r>
          </a:p>
          <a:p>
            <a:pPr marL="0" indent="0">
              <a:buNone/>
            </a:pPr>
            <a:r>
              <a:rPr sz="2400" dirty="0"/>
              <a:t>• Learn EXTEND, DELETE, EXISTS, FIRST/LAST</a:t>
            </a:r>
          </a:p>
          <a:p>
            <a:pPr marL="0" indent="0">
              <a:buNone/>
            </a:pPr>
            <a:r>
              <a:rPr sz="2400" dirty="0"/>
              <a:t>• Manipulate sparse collections</a:t>
            </a:r>
          </a:p>
          <a:p>
            <a:pPr marL="0" indent="0">
              <a:buNone/>
            </a:pPr>
            <a:r>
              <a:rPr sz="2400" dirty="0"/>
              <a:t>• Use nested tables in SQL via TABLE() operator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Table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Unbounded size</a:t>
            </a:r>
          </a:p>
          <a:p>
            <a:pPr marL="0" indent="0">
              <a:buNone/>
            </a:pPr>
            <a:r>
              <a:rPr sz="2400" dirty="0"/>
              <a:t>• Can become sparse</a:t>
            </a:r>
          </a:p>
          <a:p>
            <a:pPr marL="0" indent="0">
              <a:buNone/>
            </a:pPr>
            <a:r>
              <a:rPr sz="2400" dirty="0"/>
              <a:t>• Methods: EXTEND, DELETE, TRIM, EXISTS</a:t>
            </a:r>
          </a:p>
          <a:p>
            <a:pPr marL="0" indent="0">
              <a:buNone/>
            </a:pPr>
            <a:r>
              <a:rPr sz="2400" dirty="0"/>
              <a:t>• Stored and queried in SQL when defined as SQL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Extend capacity dynamically</a:t>
            </a:r>
          </a:p>
          <a:p>
            <a:pPr marL="0" indent="0">
              <a:buNone/>
            </a:pPr>
            <a:r>
              <a:rPr sz="2400" dirty="0"/>
              <a:t>• Delete elements (single or entire)</a:t>
            </a:r>
          </a:p>
          <a:p>
            <a:pPr marL="0" indent="0">
              <a:buNone/>
            </a:pPr>
            <a:r>
              <a:rPr sz="2400" dirty="0"/>
              <a:t>• Iterate safely with EXISTS</a:t>
            </a:r>
          </a:p>
          <a:p>
            <a:pPr marL="0" indent="0">
              <a:buNone/>
            </a:pPr>
            <a:r>
              <a:rPr sz="2400" dirty="0"/>
              <a:t>• Combine with BULK COLLECT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CREATE TYPE ... AS TABLE</a:t>
            </a:r>
          </a:p>
          <a:p>
            <a:pPr marL="0" indent="0">
              <a:buNone/>
            </a:pPr>
            <a:r>
              <a:rPr sz="2400" dirty="0"/>
              <a:t>• Use TABLE() for querying</a:t>
            </a:r>
          </a:p>
          <a:p>
            <a:pPr marL="0" indent="0">
              <a:buNone/>
            </a:pPr>
            <a:r>
              <a:rPr sz="2400" dirty="0"/>
              <a:t>• Use multiset operations (UNION, INTERSECT)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081: Variable-Length Nested Tables</vt:lpstr>
      <vt:lpstr>Objectives</vt:lpstr>
      <vt:lpstr>Nested Table Basics</vt:lpstr>
      <vt:lpstr>Collection Operations</vt:lpstr>
      <vt:lpstr>SQL Integration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2025-11-13T04:56:55Z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2025-11-13T04:56:55Z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490e1e81-f385-4e96-9361-28fb1b7d4348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