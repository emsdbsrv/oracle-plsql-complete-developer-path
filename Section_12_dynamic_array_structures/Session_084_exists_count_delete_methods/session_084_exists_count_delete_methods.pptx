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084: EXISTS, COUNT, DELETE Methods (Deep Dive)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Mastering collection inspection and mutation methods in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EXISTS, COUNT, DELETE on all collection types</a:t>
            </a:r>
          </a:p>
          <a:p>
            <a:pPr marL="0" indent="0">
              <a:buNone/>
            </a:pPr>
            <a:r>
              <a:rPr dirty="0"/>
              <a:t>• See how sparsity affects COUNT and LAST</a:t>
            </a:r>
          </a:p>
          <a:p>
            <a:pPr marL="0" indent="0">
              <a:buNone/>
            </a:pPr>
            <a:r>
              <a:rPr dirty="0"/>
              <a:t>• Learn safe iteration patterns for sparse nested tables</a:t>
            </a:r>
          </a:p>
          <a:p>
            <a:pPr marL="0" indent="0">
              <a:buNone/>
            </a:pPr>
            <a:r>
              <a:rPr dirty="0"/>
              <a:t>• Avoid common pitfalls with DELETE and bulk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and LAST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COUNT = number of existing elements</a:t>
            </a:r>
          </a:p>
          <a:p>
            <a:pPr marL="0" indent="0">
              <a:buNone/>
            </a:pPr>
            <a:r>
              <a:rPr dirty="0"/>
              <a:t>• LAST  = highest existing subscript (or NULL if empty)</a:t>
            </a:r>
          </a:p>
          <a:p>
            <a:pPr marL="0" indent="0">
              <a:buNone/>
            </a:pPr>
            <a:r>
              <a:rPr dirty="0"/>
              <a:t>• For dense collections: LAST = COUNT</a:t>
            </a:r>
          </a:p>
          <a:p>
            <a:pPr marL="0" indent="0">
              <a:buNone/>
            </a:pPr>
            <a:r>
              <a:rPr dirty="0"/>
              <a:t>• For sparse collections: LAST &gt;=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EXISTS(idx)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Returns TRUE if element at index exists</a:t>
            </a:r>
          </a:p>
          <a:p>
            <a:pPr marL="0" indent="0">
              <a:buNone/>
            </a:pPr>
            <a:r>
              <a:rPr dirty="0"/>
              <a:t>• Essential for sparse nested tables</a:t>
            </a:r>
          </a:p>
          <a:p>
            <a:pPr marL="0" indent="0">
              <a:buNone/>
            </a:pPr>
            <a:r>
              <a:rPr dirty="0"/>
              <a:t>• Use in loops: FOR </a:t>
            </a:r>
            <a:r>
              <a:rPr dirty="0" err="1"/>
              <a:t>i</a:t>
            </a:r>
            <a:r>
              <a:rPr dirty="0"/>
              <a:t> IN 1..v.LAST LOOP IF </a:t>
            </a:r>
            <a:r>
              <a:rPr dirty="0" err="1"/>
              <a:t>v.EXISTS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 THEN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DELETE         → remove all elements</a:t>
            </a:r>
          </a:p>
          <a:p>
            <a:pPr marL="0" indent="0">
              <a:buNone/>
            </a:pPr>
            <a:r>
              <a:rPr dirty="0"/>
              <a:t>• DELETE(n)      → remove element at index n</a:t>
            </a:r>
          </a:p>
          <a:p>
            <a:pPr marL="0" indent="0">
              <a:buNone/>
            </a:pPr>
            <a:r>
              <a:rPr dirty="0"/>
              <a:t>• DELETE(m, n)   → remove range </a:t>
            </a:r>
            <a:r>
              <a:rPr dirty="0" err="1"/>
              <a:t>m..n</a:t>
            </a:r>
            <a:endParaRPr dirty="0"/>
          </a:p>
          <a:p>
            <a:pPr marL="0" indent="0">
              <a:buNone/>
            </a:pPr>
            <a:r>
              <a:rPr dirty="0"/>
              <a:t>• Does not re-index remaining elements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Iteration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1..v.LAST LOOP</a:t>
            </a:r>
          </a:p>
          <a:p>
            <a:pPr marL="0" indent="0">
              <a:buNone/>
            </a:pPr>
            <a:r>
              <a:rPr dirty="0"/>
              <a:t>  IF </a:t>
            </a:r>
            <a:r>
              <a:rPr dirty="0" err="1"/>
              <a:t>v.EXISTS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 THEN</a:t>
            </a:r>
          </a:p>
          <a:p>
            <a:pPr marL="0" indent="0">
              <a:buNone/>
            </a:pPr>
            <a:r>
              <a:rPr dirty="0"/>
              <a:t>    -- process v(</a:t>
            </a:r>
            <a:r>
              <a:rPr dirty="0" err="1"/>
              <a:t>i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  END IF;</a:t>
            </a:r>
          </a:p>
          <a:p>
            <a:pPr marL="0" indent="0">
              <a:buNone/>
            </a:pPr>
            <a:r>
              <a:rPr dirty="0"/>
              <a:t>END LOOP;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084: EXISTS, COUNT, DELETE Methods (Deep Dive)</vt:lpstr>
      <vt:lpstr>Objectives</vt:lpstr>
      <vt:lpstr>COUNT and LAST</vt:lpstr>
      <vt:lpstr>EXISTS(idx)</vt:lpstr>
      <vt:lpstr>DELETE Variants</vt:lpstr>
      <vt:lpstr>Safe Iteration Pattern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2025-11-13T05:52:45Z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2025-11-13T05:52:45Z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9f5abcc9-7b85-4999-b2bb-1dec8621f40d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