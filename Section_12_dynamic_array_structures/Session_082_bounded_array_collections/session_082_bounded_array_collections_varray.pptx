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082: Bounded Array Collections (VARRAY Advanced)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Fixed-size ordered collections with advanced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bounded array behavior</a:t>
            </a:r>
          </a:p>
          <a:p>
            <a:pPr marL="0" indent="0">
              <a:buNone/>
            </a:pPr>
            <a:r>
              <a:rPr dirty="0"/>
              <a:t>• Learn VARRAY limits, storage, and SQL usage</a:t>
            </a:r>
          </a:p>
          <a:p>
            <a:pPr marL="0" indent="0">
              <a:buNone/>
            </a:pPr>
            <a:r>
              <a:rPr dirty="0"/>
              <a:t>• Manipulate VARRAY elements and bounds</a:t>
            </a:r>
          </a:p>
          <a:p>
            <a:pPr marL="0" indent="0">
              <a:buNone/>
            </a:pPr>
            <a:r>
              <a:rPr dirty="0"/>
              <a:t>• Compare VARRAY vs nested tables</a:t>
            </a:r>
          </a:p>
          <a:p>
            <a:pPr marL="0" indent="0">
              <a:buNone/>
            </a:pPr>
            <a:r>
              <a:rPr dirty="0"/>
              <a:t>• Store VARRAY inside 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VARRAY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Ordered list with fixed max size</a:t>
            </a:r>
          </a:p>
          <a:p>
            <a:r>
              <a:t>• Created using VARRAY(n) OF type</a:t>
            </a:r>
          </a:p>
          <a:p>
            <a:r>
              <a:t>• Sequential indexes 1..n</a:t>
            </a:r>
          </a:p>
          <a:p>
            <a:r>
              <a:t>• Cannot be sparse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Access via index</a:t>
            </a:r>
          </a:p>
          <a:p>
            <a:r>
              <a:t>• Use EXTEND only on declaration</a:t>
            </a:r>
          </a:p>
          <a:p>
            <a:r>
              <a:t>• TRIM for removal</a:t>
            </a:r>
          </a:p>
          <a:p>
            <a:r>
              <a:t>• No DELETE(idx)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VARRAY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Small lists with fixed maximum</a:t>
            </a:r>
          </a:p>
          <a:p>
            <a:r>
              <a:t>• Preserve order</a:t>
            </a:r>
          </a:p>
          <a:p>
            <a:r>
              <a:t>• Store as single atomic column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082: Bounded Array Collections (VARRAY Advanced)</vt:lpstr>
      <vt:lpstr>Objectives</vt:lpstr>
      <vt:lpstr>VARRAY Basics</vt:lpstr>
      <vt:lpstr>Key Operations</vt:lpstr>
      <vt:lpstr>When to Use VARRAY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2025-11-13T05:15:11Z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2025-11-13T05:15:10Z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af6117e4-0f60-4299-bd31-563cbb93f135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