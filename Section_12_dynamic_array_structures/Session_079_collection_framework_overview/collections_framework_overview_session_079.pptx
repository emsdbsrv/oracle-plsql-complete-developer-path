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079: Collection Framework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Associative arrays, VARRAYs, nested tables, usage and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all PL/SQL collection types</a:t>
            </a:r>
          </a:p>
          <a:p>
            <a:r>
              <a:t>• Compare Associative Arrays, VARRAYs, Nested Tables</a:t>
            </a:r>
          </a:p>
          <a:p>
            <a:r>
              <a:t>• Learn storage, indexing, limits, and performance</a:t>
            </a:r>
          </a:p>
          <a:p>
            <a:r>
              <a:t>• Use collections in procedures, bulk operations, and SQL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Associative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Key-value in-memory structures</a:t>
            </a:r>
          </a:p>
          <a:p>
            <a:r>
              <a:t>• Indexed by PLS_INTEGER or VARCHAR2</a:t>
            </a:r>
          </a:p>
          <a:p>
            <a:r>
              <a:t>• Unbounded and fastest for lookups</a:t>
            </a:r>
          </a:p>
          <a:p>
            <a:r>
              <a:t>• Not stored in SQL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Fixed upper bound</a:t>
            </a:r>
          </a:p>
          <a:p>
            <a:r>
              <a:t>• Stored as single object in tables</a:t>
            </a:r>
          </a:p>
          <a:p>
            <a:r>
              <a:t>• Good for small ordered lists</a:t>
            </a:r>
          </a:p>
          <a:p>
            <a:r>
              <a:t>• Slower for large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Unbounded</a:t>
            </a:r>
          </a:p>
          <a:p>
            <a:r>
              <a:t>• Can be stored and queried in SQL</a:t>
            </a:r>
          </a:p>
          <a:p>
            <a:r>
              <a:t>• Support set operations and DML</a:t>
            </a:r>
          </a:p>
          <a:p>
            <a:r>
              <a:t>• Expandable but require collection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In-memory caching</a:t>
            </a:r>
          </a:p>
          <a:p>
            <a:r>
              <a:t>• Parameter passing between modules</a:t>
            </a:r>
          </a:p>
          <a:p>
            <a:r>
              <a:t>• Bulk operations: FORALL, BULK COLLECT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