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011: Building Your First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Learn to write your first executable PL/SQL application</a:t>
            </a:r>
          </a:p>
          <a:p>
            <a:pPr marL="0" indent="0">
              <a:buNone/>
            </a:pPr>
            <a:r>
              <a:rPr dirty="0"/>
              <a:t>- Use variables, loops, and conditions to process data</a:t>
            </a:r>
          </a:p>
          <a:p>
            <a:pPr marL="0" indent="0">
              <a:buNone/>
            </a:pPr>
            <a:r>
              <a:rPr dirty="0"/>
              <a:t>- Embed SQL operations within PL/SQL blocks</a:t>
            </a:r>
          </a:p>
          <a:p>
            <a:pPr marL="0" indent="0">
              <a:buNone/>
            </a:pPr>
            <a:r>
              <a:rPr dirty="0"/>
              <a:t>- Handle exceptions safely</a:t>
            </a:r>
          </a:p>
          <a:p>
            <a:pPr marL="0" indent="0">
              <a:buNone/>
            </a:pPr>
            <a:r>
              <a:rPr dirty="0"/>
              <a:t>- (Optional) Explore AI assistance for syntax and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PL/SQL allows developers to combine SQL data access with procedural logic.</a:t>
            </a:r>
          </a:p>
          <a:p>
            <a:r>
              <a:rPr dirty="0"/>
              <a:t>Each block can declare variables, run statements, and handle exceptions.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PL/SQL Block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DECLARE   -- Define variables (optional)</a:t>
            </a:r>
          </a:p>
          <a:p>
            <a:pPr marL="0" indent="0">
              <a:buNone/>
            </a:pPr>
            <a:r>
              <a:rPr dirty="0"/>
              <a:t>BEGIN     -- Executable logic</a:t>
            </a:r>
          </a:p>
          <a:p>
            <a:pPr marL="0" indent="0">
              <a:buNone/>
            </a:pPr>
            <a:r>
              <a:rPr dirty="0"/>
              <a:t>EXCEPTION -- Error-handling (optional)</a:t>
            </a:r>
          </a:p>
          <a:p>
            <a:pPr marL="0" indent="0">
              <a:buNone/>
            </a:pPr>
            <a:r>
              <a:rPr dirty="0"/>
              <a:t>END;      -- Terminates block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Stepwise Application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Start with simple output</a:t>
            </a:r>
          </a:p>
          <a:p>
            <a:pPr marL="0" indent="0">
              <a:buNone/>
            </a:pPr>
            <a:r>
              <a:rPr dirty="0"/>
              <a:t>2. Add variables and arithmetic</a:t>
            </a:r>
          </a:p>
          <a:p>
            <a:pPr marL="0" indent="0">
              <a:buNone/>
            </a:pPr>
            <a:r>
              <a:rPr dirty="0"/>
              <a:t>3. Apply conditions and loops</a:t>
            </a:r>
          </a:p>
          <a:p>
            <a:pPr marL="0" indent="0">
              <a:buNone/>
            </a:pPr>
            <a:r>
              <a:rPr dirty="0"/>
              <a:t>4. Integrate SQL DML operations</a:t>
            </a:r>
          </a:p>
          <a:p>
            <a:pPr marL="0" indent="0">
              <a:buNone/>
            </a:pPr>
            <a:r>
              <a:rPr dirty="0"/>
              <a:t>5. Add exception handling and modular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Student grading systems</a:t>
            </a:r>
          </a:p>
          <a:p>
            <a:pPr marL="0" indent="0">
              <a:buNone/>
            </a:pPr>
            <a:r>
              <a:rPr dirty="0"/>
              <a:t>• Payroll calculation scripts</a:t>
            </a:r>
          </a:p>
          <a:p>
            <a:pPr marL="0" indent="0">
              <a:buNone/>
            </a:pPr>
            <a:r>
              <a:rPr dirty="0"/>
              <a:t>• Data cleanup and transformation jobs</a:t>
            </a:r>
          </a:p>
          <a:p>
            <a:pPr marL="0" indent="0">
              <a:buNone/>
            </a:pPr>
            <a:r>
              <a:rPr dirty="0"/>
              <a:t>• Report generation logic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 clear, descriptive variable names</a:t>
            </a:r>
          </a:p>
          <a:p>
            <a:pPr marL="0" indent="0">
              <a:buNone/>
            </a:pPr>
            <a:r>
              <a:rPr dirty="0"/>
              <a:t>• Keep transaction logic concise</a:t>
            </a:r>
          </a:p>
          <a:p>
            <a:pPr marL="0" indent="0">
              <a:buNone/>
            </a:pPr>
            <a:r>
              <a:rPr dirty="0"/>
              <a:t>• Always handle potential exceptions</a:t>
            </a:r>
          </a:p>
          <a:p>
            <a:pPr marL="0" indent="0">
              <a:buNone/>
            </a:pPr>
            <a:r>
              <a:rPr dirty="0"/>
              <a:t>• Test blocks incrementally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Optional: AI-Assisted PL/SQL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AI tools like GitHub Copilot or ChatGPT can:</a:t>
            </a:r>
          </a:p>
          <a:p>
            <a:pPr marL="0" indent="0">
              <a:buNone/>
            </a:pPr>
            <a:r>
              <a:rPr dirty="0"/>
              <a:t>- Suggest syntax or structure while coding</a:t>
            </a:r>
          </a:p>
          <a:p>
            <a:pPr marL="0" indent="0">
              <a:buNone/>
            </a:pPr>
            <a:r>
              <a:rPr dirty="0"/>
              <a:t>- Generate example blocks</a:t>
            </a:r>
          </a:p>
          <a:p>
            <a:pPr marL="0" indent="0">
              <a:buNone/>
            </a:pPr>
            <a:r>
              <a:rPr dirty="0"/>
              <a:t>- Auto-comment or document your logic</a:t>
            </a:r>
          </a:p>
          <a:p>
            <a:pPr marL="0" indent="0">
              <a:buNone/>
            </a:pPr>
            <a:r>
              <a:rPr dirty="0"/>
              <a:t>- Detect missing exception handling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You’ve learned to design your first PL/SQL application.</a:t>
            </a:r>
          </a:p>
          <a:p>
            <a:r>
              <a:rPr dirty="0"/>
              <a:t>We moved from simple output → conditional logic → SQL integration.</a:t>
            </a:r>
          </a:p>
          <a:p>
            <a:r>
              <a:rPr dirty="0"/>
              <a:t>Next session: Debugging and Troubleshooting Basics.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267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Session 011: Building Your First Application</vt:lpstr>
      <vt:lpstr>Session Objectives</vt:lpstr>
      <vt:lpstr>Core Concept</vt:lpstr>
      <vt:lpstr>PL/SQL Block Structure</vt:lpstr>
      <vt:lpstr>Stepwise Application Design</vt:lpstr>
      <vt:lpstr>Real-World Use Cases</vt:lpstr>
      <vt:lpstr>Best Practices</vt:lpstr>
      <vt:lpstr>Optional: AI-Assisted PL/SQL Development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2025-11-06T02:56:47Z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2025-11-06T02:55:32Z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d51302e1-3446-4583-a703-75e420fd7258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