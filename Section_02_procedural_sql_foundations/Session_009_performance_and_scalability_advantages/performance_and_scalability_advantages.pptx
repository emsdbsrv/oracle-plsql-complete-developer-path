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009: Performance and Scalability Advantages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Understand why PL/SQL is faster than client-side SQL</a:t>
            </a:r>
          </a:p>
          <a:p>
            <a:pPr marL="0" indent="0">
              <a:buNone/>
            </a:pPr>
            <a:r>
              <a:rPr dirty="0"/>
              <a:t>- Explore how block execution minimizes context switches</a:t>
            </a:r>
          </a:p>
          <a:p>
            <a:pPr marL="0" indent="0">
              <a:buNone/>
            </a:pPr>
            <a:r>
              <a:rPr dirty="0"/>
              <a:t>- Learn about bulk operations and compiled code caching</a:t>
            </a:r>
          </a:p>
          <a:p>
            <a:pPr marL="0" indent="0">
              <a:buNone/>
            </a:pPr>
            <a:r>
              <a:rPr dirty="0"/>
              <a:t>- (Optional) Use AI tools to identify and refactor inefficient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Performance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PL/SQL executes inside the database engine (server-side)</a:t>
            </a:r>
          </a:p>
          <a:p>
            <a:pPr marL="0" indent="0">
              <a:buNone/>
            </a:pPr>
            <a:r>
              <a:rPr dirty="0"/>
              <a:t>• Reduces SQL network round-trips</a:t>
            </a:r>
          </a:p>
          <a:p>
            <a:pPr marL="0" indent="0">
              <a:buNone/>
            </a:pPr>
            <a:r>
              <a:rPr dirty="0"/>
              <a:t>• Supports compiled execution (persistent stored code)</a:t>
            </a:r>
          </a:p>
          <a:p>
            <a:pPr marL="0" indent="0">
              <a:buNone/>
            </a:pPr>
            <a:r>
              <a:rPr dirty="0"/>
              <a:t>• Integrates tightly with SQL for efficient data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Context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Context switch = transfer of control between SQL and PL/SQL engines.</a:t>
            </a:r>
          </a:p>
          <a:p>
            <a:pPr marL="0" indent="0">
              <a:buNone/>
            </a:pPr>
            <a:r>
              <a:rPr dirty="0"/>
              <a:t>Minimize it by:</a:t>
            </a:r>
          </a:p>
          <a:p>
            <a:pPr marL="0" indent="0">
              <a:buNone/>
            </a:pPr>
            <a:r>
              <a:rPr dirty="0"/>
              <a:t>1. Using BULK COLLECT and FORALL</a:t>
            </a:r>
          </a:p>
          <a:p>
            <a:pPr marL="0" indent="0">
              <a:buNone/>
            </a:pPr>
            <a:r>
              <a:rPr dirty="0"/>
              <a:t>2. Avoiding excessive SELECT-INTO in loops</a:t>
            </a:r>
          </a:p>
          <a:p>
            <a:pPr marL="0" indent="0">
              <a:buNone/>
            </a:pPr>
            <a:r>
              <a:rPr dirty="0"/>
              <a:t>3. Using joins instead of iterative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Bulk Processing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67344" cy="4983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FORALL and BULK COLLECT allow processing multiple rows in one step.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FORALL </a:t>
            </a:r>
            <a:r>
              <a:rPr dirty="0" err="1"/>
              <a:t>i</a:t>
            </a:r>
            <a:r>
              <a:rPr dirty="0"/>
              <a:t> IN 1..v_data.COUNT</a:t>
            </a:r>
          </a:p>
          <a:p>
            <a:pPr marL="0" indent="0">
              <a:buNone/>
            </a:pPr>
            <a:r>
              <a:rPr dirty="0"/>
              <a:t>  INSERT INTO employees VALUES </a:t>
            </a:r>
            <a:r>
              <a:rPr dirty="0" err="1"/>
              <a:t>v_data</a:t>
            </a:r>
            <a:r>
              <a:rPr dirty="0"/>
              <a:t>(</a:t>
            </a:r>
            <a:r>
              <a:rPr dirty="0" err="1"/>
              <a:t>i</a:t>
            </a:r>
            <a:r>
              <a:rPr dirty="0"/>
              <a:t>);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This reduces context switches and improves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Compiler and Code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PL/SQL compiler caches code in memory</a:t>
            </a:r>
          </a:p>
          <a:p>
            <a:pPr marL="0" indent="0">
              <a:buNone/>
            </a:pPr>
            <a:r>
              <a:rPr dirty="0"/>
              <a:t>• Automatically optimizes SQL cursors</a:t>
            </a:r>
          </a:p>
          <a:p>
            <a:pPr marL="0" indent="0">
              <a:buNone/>
            </a:pPr>
            <a:r>
              <a:rPr dirty="0"/>
              <a:t>• Enables persistent memory structures</a:t>
            </a:r>
          </a:p>
          <a:p>
            <a:pPr marL="0" indent="0">
              <a:buNone/>
            </a:pPr>
            <a:r>
              <a:rPr dirty="0"/>
              <a:t>• Improves multi-user scalability via shared cursor cache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SQL vs PL/SQL Loop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Pure SQL: executes one statement per row (slow)</a:t>
            </a:r>
          </a:p>
          <a:p>
            <a:r>
              <a:rPr dirty="0"/>
              <a:t>PL/SQL: executes as block with bulk operations (fast)</a:t>
            </a:r>
          </a:p>
          <a:p>
            <a:endParaRPr dirty="0"/>
          </a:p>
          <a:p>
            <a:r>
              <a:rPr dirty="0"/>
              <a:t>Example comparison in demo 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Payroll processing of 10,000 employees</a:t>
            </a:r>
          </a:p>
          <a:p>
            <a:pPr marL="0" indent="0">
              <a:buNone/>
            </a:pPr>
            <a:r>
              <a:rPr dirty="0"/>
              <a:t>• Email campaign data load</a:t>
            </a:r>
          </a:p>
          <a:p>
            <a:pPr marL="0" indent="0">
              <a:buNone/>
            </a:pPr>
            <a:r>
              <a:rPr dirty="0"/>
              <a:t>• Monthly billing cycle updates</a:t>
            </a:r>
          </a:p>
          <a:p>
            <a:pPr marL="0" indent="0">
              <a:buNone/>
            </a:pPr>
            <a:r>
              <a:rPr dirty="0"/>
              <a:t>All benefit from bulk PL/SQL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AI-Assisted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AI tools (Copilot, ChatGPT) can:</a:t>
            </a:r>
          </a:p>
          <a:p>
            <a:pPr marL="0" indent="0">
              <a:buNone/>
            </a:pPr>
            <a:r>
              <a:rPr dirty="0"/>
              <a:t>- Detect inefficient cursor usage</a:t>
            </a:r>
          </a:p>
          <a:p>
            <a:pPr marL="0" indent="0">
              <a:buNone/>
            </a:pPr>
            <a:r>
              <a:rPr dirty="0"/>
              <a:t>- Suggest bulk optimization</a:t>
            </a:r>
          </a:p>
          <a:p>
            <a:pPr marL="0" indent="0">
              <a:buNone/>
            </a:pPr>
            <a:r>
              <a:rPr dirty="0"/>
              <a:t>- Provide runtime analysis patterns</a:t>
            </a:r>
          </a:p>
          <a:p>
            <a:pPr marL="0" indent="0">
              <a:buNone/>
            </a:pPr>
            <a:r>
              <a:rPr dirty="0"/>
              <a:t>(Optional enhancement, not mandatory for this course)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PL/SQL minimizes context switches and optimizes SQL execution.</a:t>
            </a:r>
          </a:p>
          <a:p>
            <a:r>
              <a:rPr dirty="0"/>
              <a:t>Compiled blocks and bulk operations provide enterprise scalability.</a:t>
            </a:r>
          </a:p>
          <a:p>
            <a:r>
              <a:rPr dirty="0"/>
              <a:t>Next: Execution Block Framework (Session 010).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352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009: Performance and Scalability Advantages</vt:lpstr>
      <vt:lpstr>Session Objectives</vt:lpstr>
      <vt:lpstr>PL/SQL Performance Fundamentals</vt:lpstr>
      <vt:lpstr>Understanding Context Switching</vt:lpstr>
      <vt:lpstr>Bulk Processing Advantages</vt:lpstr>
      <vt:lpstr>Compiler and Code Optimization</vt:lpstr>
      <vt:lpstr>Demo: SQL vs PL/SQL Loop Performance</vt:lpstr>
      <vt:lpstr>Real-World Use Case</vt:lpstr>
      <vt:lpstr>Optional: AI-Assisted Performance Insights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2025-11-05T17:01:25Z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2025-11-05T17:01:17Z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c915dd84-cfd4-4fd1-9c73-924634590f35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