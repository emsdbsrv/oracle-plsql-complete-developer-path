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010: Execution Block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PL/SQL block structure and components</a:t>
            </a:r>
          </a:p>
          <a:p>
            <a:r>
              <a:t>- Learn execution order: Declaration, Execution, Exception</a:t>
            </a:r>
          </a:p>
          <a:p>
            <a:r>
              <a:t>- Write nested and anonymous blocks</a:t>
            </a:r>
          </a:p>
          <a:p>
            <a:r>
              <a:t>- (Optional) Use AI tools for commenting and refactoring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Block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DECLARE – Variable and constant definitions</a:t>
            </a:r>
          </a:p>
          <a:p>
            <a:r>
              <a:t>2. BEGIN – Executable statements</a:t>
            </a:r>
          </a:p>
          <a:p>
            <a:r>
              <a:t>3. EXCEPTION – Error handling section (optional)</a:t>
            </a:r>
          </a:p>
          <a:p>
            <a:r>
              <a:t>4. END; – Marks the end of the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Execution Block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SERVEROUTPUT ON;</a:t>
            </a:r>
          </a:p>
          <a:p>
            <a:r>
              <a:t>BEGIN</a:t>
            </a:r>
          </a:p>
          <a:p>
            <a:r>
              <a:t>  DBMS_OUTPUT.PUT_LINE('Hello from PL/SQL Execution Block');</a:t>
            </a:r>
          </a:p>
          <a:p>
            <a:r>
              <a:t>END;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Block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DECLARE</a:t>
            </a:r>
          </a:p>
          <a:p>
            <a:r>
              <a:t>  v_outer VARCHAR2(20) := 'Outer Block';</a:t>
            </a:r>
          </a:p>
          <a:p>
            <a:r>
              <a:t>BEGIN</a:t>
            </a:r>
          </a:p>
          <a:p>
            <a:r>
              <a:t>  DBMS_OUTPUT.PUT_LINE(v_outer);</a:t>
            </a:r>
          </a:p>
          <a:p>
            <a:r>
              <a:t>  DECLARE</a:t>
            </a:r>
          </a:p>
          <a:p>
            <a:r>
              <a:t>    v_inner VARCHAR2(20) := 'Inner Block';</a:t>
            </a:r>
          </a:p>
          <a:p>
            <a:r>
              <a:t>  BEGIN</a:t>
            </a:r>
          </a:p>
          <a:p>
            <a:r>
              <a:t>    DBMS_OUTPUT.PUT_LINE(v_inner);</a:t>
            </a:r>
          </a:p>
          <a:p>
            <a:r>
              <a:t>  END;</a:t>
            </a:r>
          </a:p>
          <a:p>
            <a:r>
              <a:t>END;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Variables declared in DECLARE section are initialized first.</a:t>
            </a:r>
          </a:p>
          <a:p>
            <a:r>
              <a:t>2. Statements in BEGIN section are executed sequentially.</a:t>
            </a:r>
          </a:p>
          <a:p>
            <a:r>
              <a:t>3. Any raised exceptions are caught by the EXCEPTION section.</a:t>
            </a:r>
          </a:p>
          <a:p>
            <a:r>
              <a:t>4. Block ends cleanly with END;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BEGIN</a:t>
            </a:r>
          </a:p>
          <a:p>
            <a:r>
              <a:t>  DBMS_OUTPUT.PUT_LINE(100/0);</a:t>
            </a:r>
          </a:p>
          <a:p>
            <a:r>
              <a:t>EXCEPTION</a:t>
            </a:r>
          </a:p>
          <a:p>
            <a:r>
              <a:t>  WHEN ZERO_DIVIDE THEN</a:t>
            </a:r>
          </a:p>
          <a:p>
            <a:r>
              <a:t>    DBMS_OUTPUT.PUT_LINE('Error: Division by zero');</a:t>
            </a:r>
          </a:p>
          <a:p>
            <a:r>
              <a:t>END;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Wrapping logic for procedure creation</a:t>
            </a:r>
          </a:p>
          <a:p>
            <a:r>
              <a:t>• Handling transactions in BEGIN–EXCEPTION blocks</a:t>
            </a:r>
          </a:p>
          <a:p>
            <a:r>
              <a:t>• Embedding small utilities and scripts</a:t>
            </a:r>
          </a:p>
          <a:p>
            <a:r>
              <a:t>• Testing and debugging data transformations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coding assistants can:</a:t>
            </a:r>
          </a:p>
          <a:p>
            <a:r>
              <a:t>- Auto-comment PL/SQL blocks</a:t>
            </a:r>
          </a:p>
          <a:p>
            <a:r>
              <a:t>- Suggest structure improvements</a:t>
            </a:r>
          </a:p>
          <a:p>
            <a:r>
              <a:t>- Detect missing EXCEPTION clauses</a:t>
            </a:r>
          </a:p>
          <a:p>
            <a:r>
              <a:t>(Use optionally for enhanced code quality)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PL/SQL blocks form the foundation of Oracle programming.</a:t>
            </a:r>
          </a:p>
          <a:p>
            <a:r>
              <a:t>Understand DECLARE–BEGIN–EXCEPTION–END pattern.</a:t>
            </a:r>
          </a:p>
          <a:p>
            <a:r>
              <a:t>Next: Session 011 – Building Your First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