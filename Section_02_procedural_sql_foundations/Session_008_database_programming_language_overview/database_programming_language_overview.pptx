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008: Database Programming Language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Understand the purpose and evolution of PL/SQL</a:t>
            </a:r>
          </a:p>
          <a:p>
            <a:pPr marL="0" indent="0">
              <a:buNone/>
            </a:pPr>
            <a:r>
              <a:rPr dirty="0"/>
              <a:t>- Differentiate between SQL and PL/SQL</a:t>
            </a:r>
          </a:p>
          <a:p>
            <a:pPr marL="0" indent="0">
              <a:buNone/>
            </a:pPr>
            <a:r>
              <a:rPr dirty="0"/>
              <a:t>- Learn PL/SQL block structure and execution flow</a:t>
            </a:r>
          </a:p>
          <a:p>
            <a:pPr marL="0" indent="0">
              <a:buNone/>
            </a:pPr>
            <a:r>
              <a:rPr dirty="0"/>
              <a:t>- (Optional) Explore AI-assisted documentation and syntax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PL/SQL?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PL/SQL stands for Procedural Language extension to SQL.</a:t>
            </a:r>
          </a:p>
          <a:p>
            <a:r>
              <a:rPr dirty="0"/>
              <a:t>It allows embedding procedural constructs such as loops, conditions</a:t>
            </a:r>
            <a:r>
              <a:rPr lang="en-US" dirty="0"/>
              <a:t> </a:t>
            </a:r>
            <a:r>
              <a:rPr dirty="0"/>
              <a:t>and exceptions into SQL statements for advanced database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vs PL/SQL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SQL → Declarative, single statement execution</a:t>
            </a:r>
          </a:p>
          <a:p>
            <a:pPr marL="0" indent="0">
              <a:buNone/>
            </a:pPr>
            <a:r>
              <a:rPr sz="2000" dirty="0"/>
              <a:t>PL/SQL → Procedural, supports full programming logic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SQL Example:</a:t>
            </a:r>
          </a:p>
          <a:p>
            <a:pPr marL="0" indent="0">
              <a:buNone/>
            </a:pPr>
            <a:r>
              <a:rPr sz="2000" dirty="0"/>
              <a:t>SELECT * FROM employees;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/>
              <a:t>PL/SQL Example:</a:t>
            </a:r>
          </a:p>
          <a:p>
            <a:pPr marL="0" indent="0">
              <a:buNone/>
            </a:pPr>
            <a:r>
              <a:rPr sz="2000" dirty="0"/>
              <a:t>BEGIN</a:t>
            </a:r>
          </a:p>
          <a:p>
            <a:pPr marL="0" indent="0">
              <a:buNone/>
            </a:pPr>
            <a:r>
              <a:rPr sz="2000" dirty="0"/>
              <a:t>  DBMS_OUTPUT.PUT_LINE('Hello PL/SQL');</a:t>
            </a:r>
          </a:p>
          <a:p>
            <a:pPr marL="0" indent="0">
              <a:buNone/>
            </a:pPr>
            <a:r>
              <a:rPr sz="2000" dirty="0"/>
              <a:t>END;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Block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DECLARE  -- Optional section for variable declarations</a:t>
            </a:r>
          </a:p>
          <a:p>
            <a:pPr marL="0" indent="0">
              <a:buNone/>
            </a:pPr>
            <a:r>
              <a:rPr dirty="0"/>
              <a:t>BEGIN    -- Executable section</a:t>
            </a:r>
          </a:p>
          <a:p>
            <a:pPr marL="0" indent="0">
              <a:buNone/>
            </a:pPr>
            <a:r>
              <a:rPr dirty="0"/>
              <a:t>EXCEPTION -- Optional error-handling section</a:t>
            </a:r>
          </a:p>
          <a:p>
            <a:pPr marL="0" indent="0">
              <a:buNone/>
            </a:pPr>
            <a:r>
              <a:rPr dirty="0"/>
              <a:t>END;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PL/SQL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Tight integration with SQL</a:t>
            </a:r>
          </a:p>
          <a:p>
            <a:pPr marL="0" indent="0">
              <a:buNone/>
            </a:pPr>
            <a:r>
              <a:rPr dirty="0"/>
              <a:t>• High performance through block execution</a:t>
            </a:r>
          </a:p>
          <a:p>
            <a:pPr marL="0" indent="0">
              <a:buNone/>
            </a:pPr>
            <a:r>
              <a:rPr dirty="0"/>
              <a:t>• Exception handling and modular design</a:t>
            </a:r>
          </a:p>
          <a:p>
            <a:pPr marL="0" indent="0">
              <a:buNone/>
            </a:pPr>
            <a:r>
              <a:rPr dirty="0"/>
              <a:t>• Code reuse with procedures and packages</a:t>
            </a:r>
          </a:p>
          <a:p>
            <a:pPr marL="0" indent="0">
              <a:buNone/>
            </a:pPr>
            <a:r>
              <a:rPr dirty="0"/>
              <a:t>• Portability and maintainability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SET SERVEROUTPUT ON;</a:t>
            </a:r>
          </a:p>
          <a:p>
            <a:pPr marL="0" indent="0">
              <a:buNone/>
            </a:pPr>
            <a:r>
              <a:rPr dirty="0"/>
              <a:t>BEGIN</a:t>
            </a:r>
          </a:p>
          <a:p>
            <a:pPr marL="0" indent="0">
              <a:buNone/>
            </a:pPr>
            <a:r>
              <a:rPr dirty="0"/>
              <a:t>  DBMS_OUTPUT.PUT_LINE('Welcome to PL/SQL!');</a:t>
            </a:r>
          </a:p>
          <a:p>
            <a:pPr marL="0" indent="0">
              <a:buNone/>
            </a:pPr>
            <a:r>
              <a:rPr dirty="0"/>
              <a:t>END;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Business logic implementation in the database</a:t>
            </a:r>
          </a:p>
          <a:p>
            <a:pPr marL="0" indent="0">
              <a:buNone/>
            </a:pPr>
            <a:r>
              <a:rPr dirty="0"/>
              <a:t>• Data validation and transformations</a:t>
            </a:r>
          </a:p>
          <a:p>
            <a:pPr marL="0" indent="0">
              <a:buNone/>
            </a:pPr>
            <a:r>
              <a:rPr dirty="0"/>
              <a:t>• Triggers for automation</a:t>
            </a:r>
          </a:p>
          <a:p>
            <a:pPr marL="0" indent="0">
              <a:buNone/>
            </a:pPr>
            <a:r>
              <a:rPr dirty="0"/>
              <a:t>• API layers via stored procedures</a:t>
            </a:r>
          </a:p>
          <a:p>
            <a:pPr marL="0" indent="0">
              <a:buNone/>
            </a:pPr>
            <a:r>
              <a:rPr dirty="0"/>
              <a:t>• Batch processing and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AI-Assisted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AI tools (e.g., GitHub Copilot, ChatGPT) can:</a:t>
            </a:r>
          </a:p>
          <a:p>
            <a:pPr marL="0" indent="0">
              <a:buNone/>
            </a:pPr>
            <a:r>
              <a:rPr dirty="0"/>
              <a:t>- Suggest PL/SQL syntax and completion</a:t>
            </a:r>
          </a:p>
          <a:p>
            <a:pPr marL="0" indent="0">
              <a:buNone/>
            </a:pPr>
            <a:r>
              <a:rPr dirty="0"/>
              <a:t>- Generate test data and documentation</a:t>
            </a:r>
          </a:p>
          <a:p>
            <a:pPr marL="0" indent="0">
              <a:buNone/>
            </a:pPr>
            <a:r>
              <a:rPr dirty="0"/>
              <a:t>- Explain errors and optimization hints</a:t>
            </a:r>
          </a:p>
          <a:p>
            <a:pPr marL="0" indent="0">
              <a:buNone/>
            </a:pPr>
            <a:r>
              <a:rPr dirty="0"/>
              <a:t>These are optional productivity enhancers.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PL/SQL is Oracle’s procedural extension to SQL.</a:t>
            </a:r>
          </a:p>
          <a:p>
            <a:r>
              <a:rPr dirty="0"/>
              <a:t>Combines SQL’s data power with programming constructs.</a:t>
            </a:r>
          </a:p>
          <a:p>
            <a:r>
              <a:rPr dirty="0"/>
              <a:t>You’ve learned block structure, syntax, and execution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325</Words>
  <Application>Microsoft Office PowerPoint</Application>
  <PresentationFormat>On-screen Show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008: Database Programming Language Overview</vt:lpstr>
      <vt:lpstr>Session Objectives</vt:lpstr>
      <vt:lpstr>What is PL/SQL?</vt:lpstr>
      <vt:lpstr>SQL vs PL/SQL</vt:lpstr>
      <vt:lpstr>PL/SQL Block Structure</vt:lpstr>
      <vt:lpstr>Advantages of PL/SQL</vt:lpstr>
      <vt:lpstr>Demo</vt:lpstr>
      <vt:lpstr>Real-World Applications</vt:lpstr>
      <vt:lpstr>Optional: AI-Assisted Coding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3</cp:revision>
  <dcterms:created xsi:type="dcterms:W3CDTF">2013-01-27T09:14:16Z</dcterms:created>
  <dcterms:modified xsi:type="dcterms:W3CDTF">2025-11-05T16:53:03Z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2025-11-05T16:46:19Z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85bf73a9-128f-46ae-95a6-287d03e58e13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